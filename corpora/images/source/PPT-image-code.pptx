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4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88DA6-48DA-4B01-9089-A28DEAB5D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0DB712E-51EB-4FAD-AFD2-F58ED4DA0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F285C4-2FC6-44E5-8664-0FF6528C3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67914B-D0A0-48E5-9CC5-BEE849E8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C569D5-109D-4020-8CB2-085740B9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66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1362D6-831A-4E9E-B913-F4B77EF5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8850D1-C585-4C39-A18C-F6214DC19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217543-E0C6-4920-B2D0-B9DE53BDB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02E518-64BD-4610-AF55-EACE160E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AEFF2D-F592-41D1-8819-7B29557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425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46E830-5358-4356-B3D4-1D5748F72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E128A6-24CB-4F8E-82B5-46C6D6473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65B8AD-CCF5-4021-BCDE-B8166D0C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D1F945-97BB-4BBD-A831-26DDAAE93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6A54B9-1F4A-488E-A51E-365C287D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659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8DCDF-AE3C-4D6E-8033-86E4047CA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745746-7261-4941-B145-4DC61AC6E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512D77-15C8-4F50-A48E-87472A794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B7E8EC-1A96-4A3E-A5C5-C50188AF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FAD048-5F83-473D-BA6C-7A4179A9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7725C9-7CB6-452F-99CC-2B7A592E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1F99C3-F631-4EBE-BB05-17D5ECD5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0762D9-97AB-4BC3-9FEB-4F479D951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AB1BEF-F354-4431-B5F6-E5AE44796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960B77-FB79-4E1D-8180-555AEFBE4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6217BC5-C5FF-491A-8908-1A7B4834C5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134D27-3A56-4941-8DA3-BBE4E8CE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C509A90-1C44-43FC-B05B-7A170789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4028036-E18A-437A-9237-C7D5E2EB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52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B0615-4B61-4A95-9DF7-BD59DED7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F57B12A-99AD-493E-883F-44FCFBCF5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DAC4BF-A9BB-4C1B-AAD1-BB1AEE95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21F6A8-A073-497A-890D-51A2BB1E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25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810941D-1612-49D8-8317-2C4BE16CB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B9D6B6-C6CD-4CB4-B11D-8A2F3D548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2D0ECC-1889-40CE-BCD2-8C5BA29E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00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07D5C3-0DFA-47CA-AA75-64F211E4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A0F6E0-1057-45C3-AE06-9676DF0F9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A3B28F-0C7B-4B35-803D-5D6F2E5B2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1B5918-156B-4A3B-9B38-D2F044D9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2FAC22-92EC-44AF-80DD-3DA16B65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2CEF36-BE1D-4384-89CD-65636198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993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F06635-50B7-46DB-A5D7-953258A4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C48D967-C0AE-4CC7-B984-08E152F6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866294-EAF2-48A4-AAC9-DBC7DA888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1A58E4-CF06-4562-9212-D83CDE1C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9B9177-143D-4F86-81BF-025A8ABC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23744D-0FA0-4F43-AB77-930BFD20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08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D5D14-30C5-453C-AF95-FB5B7597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0552CC2-6A03-4DED-871B-5C7D1B757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15FE0A-C640-4CE5-9004-B082F19D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660CD1-2A33-4032-9321-51EADF643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20CC5C-6F54-49C6-A665-7548ED15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57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B1FBFA-FE00-4D80-A6DD-ADB63DF1A4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80E7E3-D770-46DE-AA90-263A8931B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2F8739-4BE8-44D5-881E-23102FD3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280D25-A574-48B4-9F16-BEDEFEF48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520ED4-E061-4988-A144-38F882F81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204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2D5776-BB6B-47E9-ABEC-B54246F1A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9D4DF1-1CDF-4DC1-8BC2-ECB80CE32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864B0F-AA76-4DF6-B21C-BA2F6419D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7E015-88FF-4082-B751-7354208448BE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3F0D57-C2F7-492A-868A-274C2FA2D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DDE260-9B6F-4EEA-8F5F-254426B0F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A2399-9F05-47CF-9E28-37A7BF1C7CB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209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C3BCAEF-2B23-4F9A-A3D4-E7C7694C3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996" y="2205884"/>
            <a:ext cx="6790008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981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DARAGON Maxime</dc:creator>
  <cp:lastModifiedBy>DARAGON Maxime</cp:lastModifiedBy>
  <cp:revision>1</cp:revision>
  <dcterms:created xsi:type="dcterms:W3CDTF">2026-04-28T13:01:25Z</dcterms:created>
  <dcterms:modified xsi:type="dcterms:W3CDTF">2026-04-28T13:07:22Z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49ba8f-b15c-4a5f-963a-a2a4e2c9a58a_Enabled">
    <vt:lpwstr>true</vt:lpwstr>
  </property>
  <property fmtid="{D5CDD505-2E9C-101B-9397-08002B2CF9AE}" pid="3" name="MSIP_Label_ae49ba8f-b15c-4a5f-963a-a2a4e2c9a58a_SetDate">
    <vt:lpwstr>2026-04-28T13:07:01Z</vt:lpwstr>
  </property>
  <property fmtid="{D5CDD505-2E9C-101B-9397-08002B2CF9AE}" pid="4" name="MSIP_Label_ae49ba8f-b15c-4a5f-963a-a2a4e2c9a58a_Method">
    <vt:lpwstr>Privileged</vt:lpwstr>
  </property>
  <property fmtid="{D5CDD505-2E9C-101B-9397-08002B2CF9AE}" pid="5" name="MSIP_Label_ae49ba8f-b15c-4a5f-963a-a2a4e2c9a58a_Name">
    <vt:lpwstr>THALES-CORE-06</vt:lpwstr>
  </property>
  <property fmtid="{D5CDD505-2E9C-101B-9397-08002B2CF9AE}" pid="6" name="MSIP_Label_ae49ba8f-b15c-4a5f-963a-a2a4e2c9a58a_SiteId">
    <vt:lpwstr>6e603289-5e46-4e26-ac7c-03a85420a9a5</vt:lpwstr>
  </property>
  <property fmtid="{D5CDD505-2E9C-101B-9397-08002B2CF9AE}" pid="7" name="MSIP_Label_ae49ba8f-b15c-4a5f-963a-a2a4e2c9a58a_ActionId">
    <vt:lpwstr>b697a15f-998c-43cb-9753-b343c63ef305</vt:lpwstr>
  </property>
  <property fmtid="{D5CDD505-2E9C-101B-9397-08002B2CF9AE}" pid="8" name="MSIP_Label_ae49ba8f-b15c-4a5f-963a-a2a4e2c9a58a_ContentBits">
    <vt:lpwstr>0</vt:lpwstr>
  </property>
  <property fmtid="{D5CDD505-2E9C-101B-9397-08002B2CF9AE}" pid="9" name="Thales-Sensitivity">
    <vt:lpwstr>{TGLIMDIS-UM}</vt:lpwstr>
  </property>
</Properties>
</file>