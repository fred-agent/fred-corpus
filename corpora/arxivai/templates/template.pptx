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4E7942B-10B9-4D85-BEA1-B0C983CBE4DD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{{title}} 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Retrouve moi le theme general des documents et fais moi un titre consolidé court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{{content}} 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Ecris moi un résume en max 10 lignes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280" cy="93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186723-7072-4903-BC68-CB23FB38E5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"/>
          <p:cNvCxnSpPr/>
          <p:nvPr/>
        </p:nvCxnSpPr>
        <p:spPr>
          <a:xfrm>
            <a:off x="540000" y="306360"/>
            <a:ext cx="721080" cy="1080"/>
          </a:xfrm>
          <a:prstGeom prst="bentConnector3">
            <a:avLst>
              <a:gd name="adj1" fmla="val 50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" name=""/>
          <p:cNvCxnSpPr>
            <a:stCxn id="2" idx="6"/>
            <a:endCxn id="3" idx="2"/>
          </p:cNvCxnSpPr>
          <p:nvPr/>
        </p:nvCxnSpPr>
        <p:spPr>
          <a:xfrm>
            <a:off x="719280" y="48600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" name=""/>
          <p:cNvCxnSpPr/>
          <p:nvPr/>
        </p:nvCxnSpPr>
        <p:spPr>
          <a:xfrm>
            <a:off x="863640" y="702360"/>
            <a:ext cx="73080" cy="720"/>
          </a:xfrm>
          <a:prstGeom prst="bentConnector3">
            <a:avLst>
              <a:gd name="adj1" fmla="val 50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" name=""/>
          <p:cNvCxnSpPr>
            <a:stCxn id="6" idx="6"/>
            <a:endCxn id="7" idx="2"/>
          </p:cNvCxnSpPr>
          <p:nvPr/>
        </p:nvCxnSpPr>
        <p:spPr>
          <a:xfrm>
            <a:off x="719280" y="12600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" name=""/>
          <p:cNvCxnSpPr>
            <a:stCxn id="9" idx="6"/>
            <a:endCxn id="10" idx="2"/>
          </p:cNvCxnSpPr>
          <p:nvPr/>
        </p:nvCxnSpPr>
        <p:spPr>
          <a:xfrm>
            <a:off x="863280" y="954000"/>
            <a:ext cx="73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1" name=""/>
          <p:cNvCxnSpPr>
            <a:stCxn id="12" idx="6"/>
            <a:endCxn id="13" idx="2"/>
          </p:cNvCxnSpPr>
          <p:nvPr/>
        </p:nvCxnSpPr>
        <p:spPr>
          <a:xfrm rot="10800000">
            <a:off x="538560" y="1350000"/>
            <a:ext cx="72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4" name=""/>
          <p:cNvCxnSpPr>
            <a:stCxn id="15" idx="6"/>
            <a:endCxn id="16" idx="2"/>
          </p:cNvCxnSpPr>
          <p:nvPr/>
        </p:nvCxnSpPr>
        <p:spPr>
          <a:xfrm rot="10800000">
            <a:off x="718560" y="117000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7" name=""/>
          <p:cNvCxnSpPr>
            <a:stCxn id="18" idx="6"/>
            <a:endCxn id="19" idx="2"/>
          </p:cNvCxnSpPr>
          <p:nvPr/>
        </p:nvCxnSpPr>
        <p:spPr>
          <a:xfrm rot="10800000">
            <a:off x="718560" y="153000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0" name=""/>
          <p:cNvCxnSpPr>
            <a:stCxn id="21" idx="6"/>
            <a:endCxn id="22" idx="2"/>
          </p:cNvCxnSpPr>
          <p:nvPr/>
        </p:nvCxnSpPr>
        <p:spPr>
          <a:xfrm rot="10800000">
            <a:off x="862560" y="1746000"/>
            <a:ext cx="73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3" name=""/>
          <p:cNvCxnSpPr>
            <a:stCxn id="24" idx="6"/>
            <a:endCxn id="25" idx="2"/>
          </p:cNvCxnSpPr>
          <p:nvPr/>
        </p:nvCxnSpPr>
        <p:spPr>
          <a:xfrm rot="10800000">
            <a:off x="862560" y="1998000"/>
            <a:ext cx="73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6" name=""/>
          <p:cNvCxnSpPr>
            <a:stCxn id="27" idx="6"/>
            <a:endCxn id="28" idx="2"/>
          </p:cNvCxnSpPr>
          <p:nvPr/>
        </p:nvCxnSpPr>
        <p:spPr>
          <a:xfrm>
            <a:off x="539280" y="2394000"/>
            <a:ext cx="72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9" name=""/>
          <p:cNvCxnSpPr>
            <a:stCxn id="30" idx="6"/>
            <a:endCxn id="31" idx="2"/>
          </p:cNvCxnSpPr>
          <p:nvPr/>
        </p:nvCxnSpPr>
        <p:spPr>
          <a:xfrm>
            <a:off x="719280" y="221400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2" name=""/>
          <p:cNvCxnSpPr>
            <a:stCxn id="33" idx="6"/>
            <a:endCxn id="34" idx="2"/>
          </p:cNvCxnSpPr>
          <p:nvPr/>
        </p:nvCxnSpPr>
        <p:spPr>
          <a:xfrm>
            <a:off x="719280" y="258336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5" name=""/>
          <p:cNvCxnSpPr>
            <a:stCxn id="36" idx="6"/>
            <a:endCxn id="37" idx="2"/>
          </p:cNvCxnSpPr>
          <p:nvPr/>
        </p:nvCxnSpPr>
        <p:spPr>
          <a:xfrm>
            <a:off x="863280" y="2799360"/>
            <a:ext cx="73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8" name=""/>
          <p:cNvCxnSpPr>
            <a:stCxn id="39" idx="6"/>
            <a:endCxn id="40" idx="2"/>
          </p:cNvCxnSpPr>
          <p:nvPr/>
        </p:nvCxnSpPr>
        <p:spPr>
          <a:xfrm>
            <a:off x="863280" y="3051360"/>
            <a:ext cx="73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1" name=""/>
          <p:cNvCxnSpPr>
            <a:stCxn id="42" idx="6"/>
            <a:endCxn id="43" idx="2"/>
          </p:cNvCxnSpPr>
          <p:nvPr/>
        </p:nvCxnSpPr>
        <p:spPr>
          <a:xfrm rot="10800000">
            <a:off x="538560" y="3447360"/>
            <a:ext cx="72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4" name=""/>
          <p:cNvCxnSpPr>
            <a:stCxn id="45" idx="6"/>
            <a:endCxn id="46" idx="2"/>
          </p:cNvCxnSpPr>
          <p:nvPr/>
        </p:nvCxnSpPr>
        <p:spPr>
          <a:xfrm rot="10800000">
            <a:off x="737280" y="326736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7" name=""/>
          <p:cNvCxnSpPr>
            <a:stCxn id="48" idx="6"/>
            <a:endCxn id="49" idx="2"/>
          </p:cNvCxnSpPr>
          <p:nvPr/>
        </p:nvCxnSpPr>
        <p:spPr>
          <a:xfrm rot="10800000">
            <a:off x="727920" y="363636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0" name=""/>
          <p:cNvCxnSpPr>
            <a:stCxn id="51" idx="6"/>
            <a:endCxn id="52" idx="2"/>
          </p:cNvCxnSpPr>
          <p:nvPr/>
        </p:nvCxnSpPr>
        <p:spPr>
          <a:xfrm rot="10800000">
            <a:off x="871920" y="3852360"/>
            <a:ext cx="73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3" name=""/>
          <p:cNvCxnSpPr>
            <a:stCxn id="54" idx="6"/>
            <a:endCxn id="55" idx="2"/>
          </p:cNvCxnSpPr>
          <p:nvPr/>
        </p:nvCxnSpPr>
        <p:spPr>
          <a:xfrm rot="10800000">
            <a:off x="871920" y="4104360"/>
            <a:ext cx="73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6" name=""/>
          <p:cNvCxnSpPr>
            <a:stCxn id="57" idx="6"/>
            <a:endCxn id="58" idx="2"/>
          </p:cNvCxnSpPr>
          <p:nvPr/>
        </p:nvCxnSpPr>
        <p:spPr>
          <a:xfrm>
            <a:off x="548640" y="4500360"/>
            <a:ext cx="72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9" name=""/>
          <p:cNvCxnSpPr>
            <a:stCxn id="60" idx="6"/>
            <a:endCxn id="61" idx="2"/>
          </p:cNvCxnSpPr>
          <p:nvPr/>
        </p:nvCxnSpPr>
        <p:spPr>
          <a:xfrm>
            <a:off x="728640" y="432036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2" name=""/>
          <p:cNvCxnSpPr>
            <a:stCxn id="63" idx="6"/>
            <a:endCxn id="64" idx="2"/>
          </p:cNvCxnSpPr>
          <p:nvPr/>
        </p:nvCxnSpPr>
        <p:spPr>
          <a:xfrm>
            <a:off x="728640" y="468036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5" name=""/>
          <p:cNvCxnSpPr>
            <a:stCxn id="66" idx="6"/>
            <a:endCxn id="67" idx="2"/>
          </p:cNvCxnSpPr>
          <p:nvPr/>
        </p:nvCxnSpPr>
        <p:spPr>
          <a:xfrm>
            <a:off x="872640" y="4896360"/>
            <a:ext cx="73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8" name=""/>
          <p:cNvCxnSpPr>
            <a:stCxn id="69" idx="6"/>
            <a:endCxn id="70" idx="2"/>
          </p:cNvCxnSpPr>
          <p:nvPr/>
        </p:nvCxnSpPr>
        <p:spPr>
          <a:xfrm>
            <a:off x="872640" y="5148360"/>
            <a:ext cx="73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1" name=""/>
          <p:cNvCxnSpPr>
            <a:stCxn id="72" idx="6"/>
            <a:endCxn id="73" idx="2"/>
          </p:cNvCxnSpPr>
          <p:nvPr/>
        </p:nvCxnSpPr>
        <p:spPr>
          <a:xfrm rot="10800000">
            <a:off x="547920" y="5544360"/>
            <a:ext cx="72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4" name=""/>
          <p:cNvCxnSpPr>
            <a:stCxn id="75" idx="6"/>
            <a:endCxn id="76" idx="2"/>
          </p:cNvCxnSpPr>
          <p:nvPr/>
        </p:nvCxnSpPr>
        <p:spPr>
          <a:xfrm rot="10800000">
            <a:off x="727920" y="5364360"/>
            <a:ext cx="36108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sp>
        <p:nvSpPr>
          <p:cNvPr id="77" name=""/>
          <p:cNvSpPr/>
          <p:nvPr/>
        </p:nvSpPr>
        <p:spPr>
          <a:xfrm>
            <a:off x="1260000" y="216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1080000" y="396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" name=""/>
          <p:cNvSpPr/>
          <p:nvPr/>
        </p:nvSpPr>
        <p:spPr>
          <a:xfrm>
            <a:off x="1080000" y="36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>
            <a:off x="936000" y="612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" name=""/>
          <p:cNvSpPr/>
          <p:nvPr/>
        </p:nvSpPr>
        <p:spPr>
          <a:xfrm>
            <a:off x="936000" y="864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"/>
          <p:cNvSpPr/>
          <p:nvPr/>
        </p:nvSpPr>
        <p:spPr>
          <a:xfrm flipH="1">
            <a:off x="1259280" y="1260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 flipH="1">
            <a:off x="1079280" y="1080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 flipH="1">
            <a:off x="1079280" y="1440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935280" y="1656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935280" y="1908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1260000" y="2304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1080000" y="2124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1080000" y="2493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936000" y="2709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0" name=""/>
          <p:cNvSpPr/>
          <p:nvPr/>
        </p:nvSpPr>
        <p:spPr>
          <a:xfrm>
            <a:off x="936000" y="2961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 flipH="1">
            <a:off x="1259280" y="3357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 flipH="1">
            <a:off x="1098000" y="3177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 flipH="1">
            <a:off x="1088640" y="3546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944640" y="3762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944640" y="4014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"/>
          <p:cNvSpPr/>
          <p:nvPr/>
        </p:nvSpPr>
        <p:spPr>
          <a:xfrm>
            <a:off x="1269360" y="4410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" name=""/>
          <p:cNvSpPr/>
          <p:nvPr/>
        </p:nvSpPr>
        <p:spPr>
          <a:xfrm>
            <a:off x="1089360" y="4230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"/>
          <p:cNvSpPr/>
          <p:nvPr/>
        </p:nvSpPr>
        <p:spPr>
          <a:xfrm>
            <a:off x="1089360" y="4590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"/>
          <p:cNvSpPr/>
          <p:nvPr/>
        </p:nvSpPr>
        <p:spPr>
          <a:xfrm>
            <a:off x="945360" y="4806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" name=""/>
          <p:cNvSpPr/>
          <p:nvPr/>
        </p:nvSpPr>
        <p:spPr>
          <a:xfrm>
            <a:off x="945360" y="5058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3" name=""/>
          <p:cNvSpPr/>
          <p:nvPr/>
        </p:nvSpPr>
        <p:spPr>
          <a:xfrm flipH="1">
            <a:off x="368640" y="5454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6" name=""/>
          <p:cNvSpPr/>
          <p:nvPr/>
        </p:nvSpPr>
        <p:spPr>
          <a:xfrm flipH="1">
            <a:off x="548640" y="5274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9" name=""/>
          <p:cNvSpPr/>
          <p:nvPr/>
        </p:nvSpPr>
        <p:spPr>
          <a:xfrm>
            <a:off x="360000" y="216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540000" y="396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540000" y="36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684000" y="612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684000" y="864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 flipH="1">
            <a:off x="359280" y="1260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 flipH="1">
            <a:off x="539280" y="1080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" name=""/>
          <p:cNvSpPr/>
          <p:nvPr/>
        </p:nvSpPr>
        <p:spPr>
          <a:xfrm flipH="1">
            <a:off x="539280" y="1440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683280" y="165636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683280" y="1908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360000" y="2304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540000" y="212436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540000" y="2493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684000" y="2709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684000" y="2961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 flipH="1">
            <a:off x="359280" y="3357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 flipH="1">
            <a:off x="558000" y="3177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" name=""/>
          <p:cNvSpPr/>
          <p:nvPr/>
        </p:nvSpPr>
        <p:spPr>
          <a:xfrm flipH="1">
            <a:off x="548640" y="3546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" name=""/>
          <p:cNvSpPr/>
          <p:nvPr/>
        </p:nvSpPr>
        <p:spPr>
          <a:xfrm flipH="1">
            <a:off x="692640" y="3762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692640" y="4014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369360" y="4410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549360" y="4230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549360" y="4590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693360" y="4806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693360" y="5058720"/>
            <a:ext cx="179280" cy="17928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 flipH="1">
            <a:off x="1268640" y="5454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 flipH="1">
            <a:off x="1088640" y="5274720"/>
            <a:ext cx="179280" cy="17928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280" cy="93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1"/>
          </p:nvPr>
        </p:nvSpPr>
        <p:spPr>
          <a:xfrm>
            <a:off x="3987000" y="516492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2"/>
          </p:nvPr>
        </p:nvSpPr>
        <p:spPr>
          <a:xfrm>
            <a:off x="7227000" y="516492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38874E-423D-4D3C-8900-516BAA409AF6}" type="slidenum">
              <a:rPr b="0" lang="fr-FR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3"/>
          </p:nvPr>
        </p:nvSpPr>
        <p:spPr>
          <a:xfrm>
            <a:off x="1584000" y="516492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280" cy="93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300" spc="-1" strike="noStrike">
                <a:solidFill>
                  <a:srgbClr val="050505"/>
                </a:solidFill>
                <a:latin typeface="Times New Roman"/>
              </a:rPr>
              <a:t>{{title}}</a:t>
            </a:r>
            <a:endParaRPr b="0" lang="fr-F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099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Times New Roman"/>
              </a:rPr>
              <a:t>{{content}}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C3338D-E675-4736-9644-4FB05FD46D59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2026-07-23T12:06:12Z</dcterms:created>
  <dc:creator/>
  <dc:description/>
  <dc:language>fr-FR</dc:language>
  <cp:lastModifiedBy/>
  <dcterms:modified xsi:type="dcterms:W3CDTF">2026-07-23T12:29:33Z</dcterms:modified>
  <cp:revision>9</cp:revision>
  <dc:subject/>
  <dc:title>DNA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