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apositive de titre - Gro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402733" y="1342954"/>
            <a:ext cx="6557364" cy="4254383"/>
          </a:xfrm>
        </p:spPr>
        <p:txBody>
          <a:bodyPr/>
          <a:lstStyle>
            <a:lvl1pPr algn="l">
              <a:defRPr sz="3467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Cliquez et</a:t>
            </a:r>
            <a:br>
              <a:rPr lang="fr-FR" dirty="0"/>
            </a:br>
            <a:r>
              <a:rPr lang="fr-FR" dirty="0"/>
              <a:t>modifiez le titre</a:t>
            </a:r>
          </a:p>
        </p:txBody>
      </p:sp>
      <p:sp>
        <p:nvSpPr>
          <p:cNvPr id="24" name="Freeform 47"/>
          <p:cNvSpPr>
            <a:spLocks/>
          </p:cNvSpPr>
          <p:nvPr userDrawn="1"/>
        </p:nvSpPr>
        <p:spPr bwMode="auto">
          <a:xfrm>
            <a:off x="6946729" y="-692"/>
            <a:ext cx="5262259" cy="6905125"/>
          </a:xfrm>
          <a:custGeom>
            <a:avLst/>
            <a:gdLst>
              <a:gd name="T0" fmla="*/ 0 w 1237"/>
              <a:gd name="T1" fmla="*/ 1390 h 1746"/>
              <a:gd name="T2" fmla="*/ 33 w 1237"/>
              <a:gd name="T3" fmla="*/ 1746 h 1746"/>
              <a:gd name="T4" fmla="*/ 1237 w 1237"/>
              <a:gd name="T5" fmla="*/ 1746 h 1746"/>
              <a:gd name="T6" fmla="*/ 1237 w 1237"/>
              <a:gd name="T7" fmla="*/ 0 h 1746"/>
              <a:gd name="T8" fmla="*/ 584 w 1237"/>
              <a:gd name="T9" fmla="*/ 0 h 1746"/>
              <a:gd name="T10" fmla="*/ 0 w 1237"/>
              <a:gd name="T11" fmla="*/ 1390 h 1746"/>
              <a:gd name="connsiteX0" fmla="*/ 34 w 10770"/>
              <a:gd name="connsiteY0" fmla="*/ 7961 h 10400"/>
              <a:gd name="connsiteX1" fmla="*/ 100 w 10770"/>
              <a:gd name="connsiteY1" fmla="*/ 8577 h 10400"/>
              <a:gd name="connsiteX2" fmla="*/ 10034 w 10770"/>
              <a:gd name="connsiteY2" fmla="*/ 10000 h 10400"/>
              <a:gd name="connsiteX3" fmla="*/ 10034 w 10770"/>
              <a:gd name="connsiteY3" fmla="*/ 0 h 10400"/>
              <a:gd name="connsiteX4" fmla="*/ 4755 w 10770"/>
              <a:gd name="connsiteY4" fmla="*/ 0 h 10400"/>
              <a:gd name="connsiteX5" fmla="*/ 34 w 10770"/>
              <a:gd name="connsiteY5" fmla="*/ 7961 h 10400"/>
              <a:gd name="connsiteX0" fmla="*/ 34 w 10277"/>
              <a:gd name="connsiteY0" fmla="*/ 7961 h 9176"/>
              <a:gd name="connsiteX1" fmla="*/ 100 w 10277"/>
              <a:gd name="connsiteY1" fmla="*/ 8577 h 9176"/>
              <a:gd name="connsiteX2" fmla="*/ 9276 w 10277"/>
              <a:gd name="connsiteY2" fmla="*/ 8529 h 9176"/>
              <a:gd name="connsiteX3" fmla="*/ 10034 w 10277"/>
              <a:gd name="connsiteY3" fmla="*/ 0 h 9176"/>
              <a:gd name="connsiteX4" fmla="*/ 4755 w 10277"/>
              <a:gd name="connsiteY4" fmla="*/ 0 h 9176"/>
              <a:gd name="connsiteX5" fmla="*/ 34 w 10277"/>
              <a:gd name="connsiteY5" fmla="*/ 7961 h 9176"/>
              <a:gd name="connsiteX0" fmla="*/ 33 w 9764"/>
              <a:gd name="connsiteY0" fmla="*/ 8676 h 10304"/>
              <a:gd name="connsiteX1" fmla="*/ 97 w 9764"/>
              <a:gd name="connsiteY1" fmla="*/ 9347 h 10304"/>
              <a:gd name="connsiteX2" fmla="*/ 9026 w 9764"/>
              <a:gd name="connsiteY2" fmla="*/ 9295 h 10304"/>
              <a:gd name="connsiteX3" fmla="*/ 9764 w 9764"/>
              <a:gd name="connsiteY3" fmla="*/ 0 h 10304"/>
              <a:gd name="connsiteX4" fmla="*/ 4627 w 9764"/>
              <a:gd name="connsiteY4" fmla="*/ 0 h 10304"/>
              <a:gd name="connsiteX5" fmla="*/ 33 w 9764"/>
              <a:gd name="connsiteY5" fmla="*/ 8676 h 10304"/>
              <a:gd name="connsiteX0" fmla="*/ 34 w 10016"/>
              <a:gd name="connsiteY0" fmla="*/ 8420 h 9071"/>
              <a:gd name="connsiteX1" fmla="*/ 99 w 10016"/>
              <a:gd name="connsiteY1" fmla="*/ 9071 h 9071"/>
              <a:gd name="connsiteX2" fmla="*/ 9244 w 10016"/>
              <a:gd name="connsiteY2" fmla="*/ 9021 h 9071"/>
              <a:gd name="connsiteX3" fmla="*/ 10000 w 10016"/>
              <a:gd name="connsiteY3" fmla="*/ 0 h 9071"/>
              <a:gd name="connsiteX4" fmla="*/ 4739 w 10016"/>
              <a:gd name="connsiteY4" fmla="*/ 0 h 9071"/>
              <a:gd name="connsiteX5" fmla="*/ 34 w 10016"/>
              <a:gd name="connsiteY5" fmla="*/ 8420 h 9071"/>
              <a:gd name="connsiteX0" fmla="*/ 34 w 9984"/>
              <a:gd name="connsiteY0" fmla="*/ 9282 h 10000"/>
              <a:gd name="connsiteX1" fmla="*/ 99 w 9984"/>
              <a:gd name="connsiteY1" fmla="*/ 10000 h 10000"/>
              <a:gd name="connsiteX2" fmla="*/ 9229 w 9984"/>
              <a:gd name="connsiteY2" fmla="*/ 9945 h 10000"/>
              <a:gd name="connsiteX3" fmla="*/ 9984 w 9984"/>
              <a:gd name="connsiteY3" fmla="*/ 0 h 10000"/>
              <a:gd name="connsiteX4" fmla="*/ 4731 w 9984"/>
              <a:gd name="connsiteY4" fmla="*/ 0 h 10000"/>
              <a:gd name="connsiteX5" fmla="*/ 34 w 9984"/>
              <a:gd name="connsiteY5" fmla="*/ 9282 h 10000"/>
              <a:gd name="connsiteX0" fmla="*/ 34 w 10052"/>
              <a:gd name="connsiteY0" fmla="*/ 9282 h 10443"/>
              <a:gd name="connsiteX1" fmla="*/ 99 w 10052"/>
              <a:gd name="connsiteY1" fmla="*/ 10000 h 10443"/>
              <a:gd name="connsiteX2" fmla="*/ 9822 w 10052"/>
              <a:gd name="connsiteY2" fmla="*/ 10443 h 10443"/>
              <a:gd name="connsiteX3" fmla="*/ 10000 w 10052"/>
              <a:gd name="connsiteY3" fmla="*/ 0 h 10443"/>
              <a:gd name="connsiteX4" fmla="*/ 4739 w 10052"/>
              <a:gd name="connsiteY4" fmla="*/ 0 h 10443"/>
              <a:gd name="connsiteX5" fmla="*/ 34 w 10052"/>
              <a:gd name="connsiteY5" fmla="*/ 9282 h 10443"/>
              <a:gd name="connsiteX0" fmla="*/ 34 w 10000"/>
              <a:gd name="connsiteY0" fmla="*/ 9282 h 10037"/>
              <a:gd name="connsiteX1" fmla="*/ 99 w 10000"/>
              <a:gd name="connsiteY1" fmla="*/ 10000 h 10037"/>
              <a:gd name="connsiteX2" fmla="*/ 9244 w 10000"/>
              <a:gd name="connsiteY2" fmla="*/ 10037 h 10037"/>
              <a:gd name="connsiteX3" fmla="*/ 10000 w 10000"/>
              <a:gd name="connsiteY3" fmla="*/ 0 h 10037"/>
              <a:gd name="connsiteX4" fmla="*/ 4739 w 10000"/>
              <a:gd name="connsiteY4" fmla="*/ 0 h 10037"/>
              <a:gd name="connsiteX5" fmla="*/ 34 w 10000"/>
              <a:gd name="connsiteY5" fmla="*/ 9282 h 10037"/>
              <a:gd name="connsiteX0" fmla="*/ 34 w 10000"/>
              <a:gd name="connsiteY0" fmla="*/ 9282 h 10037"/>
              <a:gd name="connsiteX1" fmla="*/ 99 w 10000"/>
              <a:gd name="connsiteY1" fmla="*/ 10000 h 10037"/>
              <a:gd name="connsiteX2" fmla="*/ 9244 w 10000"/>
              <a:gd name="connsiteY2" fmla="*/ 10037 h 10037"/>
              <a:gd name="connsiteX3" fmla="*/ 10000 w 10000"/>
              <a:gd name="connsiteY3" fmla="*/ 0 h 10037"/>
              <a:gd name="connsiteX4" fmla="*/ 4739 w 10000"/>
              <a:gd name="connsiteY4" fmla="*/ 0 h 10037"/>
              <a:gd name="connsiteX5" fmla="*/ 34 w 10000"/>
              <a:gd name="connsiteY5" fmla="*/ 9282 h 10037"/>
              <a:gd name="connsiteX0" fmla="*/ 34 w 9355"/>
              <a:gd name="connsiteY0" fmla="*/ 9282 h 10037"/>
              <a:gd name="connsiteX1" fmla="*/ 99 w 9355"/>
              <a:gd name="connsiteY1" fmla="*/ 10000 h 10037"/>
              <a:gd name="connsiteX2" fmla="*/ 9244 w 9355"/>
              <a:gd name="connsiteY2" fmla="*/ 10037 h 10037"/>
              <a:gd name="connsiteX3" fmla="*/ 9266 w 9355"/>
              <a:gd name="connsiteY3" fmla="*/ 37 h 10037"/>
              <a:gd name="connsiteX4" fmla="*/ 4739 w 9355"/>
              <a:gd name="connsiteY4" fmla="*/ 0 h 10037"/>
              <a:gd name="connsiteX5" fmla="*/ 34 w 9355"/>
              <a:gd name="connsiteY5" fmla="*/ 9282 h 10037"/>
              <a:gd name="connsiteX0" fmla="*/ 36 w 10063"/>
              <a:gd name="connsiteY0" fmla="*/ 9248 h 10000"/>
              <a:gd name="connsiteX1" fmla="*/ 106 w 10063"/>
              <a:gd name="connsiteY1" fmla="*/ 9963 h 10000"/>
              <a:gd name="connsiteX2" fmla="*/ 9881 w 10063"/>
              <a:gd name="connsiteY2" fmla="*/ 10000 h 10000"/>
              <a:gd name="connsiteX3" fmla="*/ 9905 w 10063"/>
              <a:gd name="connsiteY3" fmla="*/ 37 h 10000"/>
              <a:gd name="connsiteX4" fmla="*/ 5066 w 10063"/>
              <a:gd name="connsiteY4" fmla="*/ 0 h 10000"/>
              <a:gd name="connsiteX5" fmla="*/ 36 w 10063"/>
              <a:gd name="connsiteY5" fmla="*/ 9248 h 10000"/>
              <a:gd name="connsiteX0" fmla="*/ 36 w 11201"/>
              <a:gd name="connsiteY0" fmla="*/ 9248 h 10000"/>
              <a:gd name="connsiteX1" fmla="*/ 106 w 11201"/>
              <a:gd name="connsiteY1" fmla="*/ 9963 h 10000"/>
              <a:gd name="connsiteX2" fmla="*/ 9881 w 11201"/>
              <a:gd name="connsiteY2" fmla="*/ 10000 h 10000"/>
              <a:gd name="connsiteX3" fmla="*/ 9905 w 11201"/>
              <a:gd name="connsiteY3" fmla="*/ 37 h 10000"/>
              <a:gd name="connsiteX4" fmla="*/ 5066 w 11201"/>
              <a:gd name="connsiteY4" fmla="*/ 0 h 10000"/>
              <a:gd name="connsiteX5" fmla="*/ 36 w 11201"/>
              <a:gd name="connsiteY5" fmla="*/ 9248 h 10000"/>
              <a:gd name="connsiteX0" fmla="*/ 36 w 9905"/>
              <a:gd name="connsiteY0" fmla="*/ 9248 h 10000"/>
              <a:gd name="connsiteX1" fmla="*/ 106 w 9905"/>
              <a:gd name="connsiteY1" fmla="*/ 9963 h 10000"/>
              <a:gd name="connsiteX2" fmla="*/ 9881 w 9905"/>
              <a:gd name="connsiteY2" fmla="*/ 10000 h 10000"/>
              <a:gd name="connsiteX3" fmla="*/ 9905 w 9905"/>
              <a:gd name="connsiteY3" fmla="*/ 37 h 10000"/>
              <a:gd name="connsiteX4" fmla="*/ 5066 w 9905"/>
              <a:gd name="connsiteY4" fmla="*/ 0 h 10000"/>
              <a:gd name="connsiteX5" fmla="*/ 36 w 9905"/>
              <a:gd name="connsiteY5" fmla="*/ 9248 h 10000"/>
              <a:gd name="connsiteX0" fmla="*/ 37 w 10001"/>
              <a:gd name="connsiteY0" fmla="*/ 9248 h 10000"/>
              <a:gd name="connsiteX1" fmla="*/ 108 w 10001"/>
              <a:gd name="connsiteY1" fmla="*/ 9963 h 10000"/>
              <a:gd name="connsiteX2" fmla="*/ 9977 w 10001"/>
              <a:gd name="connsiteY2" fmla="*/ 10000 h 10000"/>
              <a:gd name="connsiteX3" fmla="*/ 10001 w 10001"/>
              <a:gd name="connsiteY3" fmla="*/ 37 h 10000"/>
              <a:gd name="connsiteX4" fmla="*/ 5116 w 10001"/>
              <a:gd name="connsiteY4" fmla="*/ 0 h 10000"/>
              <a:gd name="connsiteX5" fmla="*/ 37 w 10001"/>
              <a:gd name="connsiteY5" fmla="*/ 9248 h 10000"/>
              <a:gd name="connsiteX0" fmla="*/ 37 w 10001"/>
              <a:gd name="connsiteY0" fmla="*/ 8311 h 10000"/>
              <a:gd name="connsiteX1" fmla="*/ 108 w 10001"/>
              <a:gd name="connsiteY1" fmla="*/ 9963 h 10000"/>
              <a:gd name="connsiteX2" fmla="*/ 9977 w 10001"/>
              <a:gd name="connsiteY2" fmla="*/ 10000 h 10000"/>
              <a:gd name="connsiteX3" fmla="*/ 10001 w 10001"/>
              <a:gd name="connsiteY3" fmla="*/ 37 h 10000"/>
              <a:gd name="connsiteX4" fmla="*/ 5116 w 10001"/>
              <a:gd name="connsiteY4" fmla="*/ 0 h 10000"/>
              <a:gd name="connsiteX5" fmla="*/ 37 w 10001"/>
              <a:gd name="connsiteY5" fmla="*/ 8311 h 10000"/>
              <a:gd name="connsiteX0" fmla="*/ 0 w 9964"/>
              <a:gd name="connsiteY0" fmla="*/ 8311 h 10000"/>
              <a:gd name="connsiteX1" fmla="*/ 71 w 9964"/>
              <a:gd name="connsiteY1" fmla="*/ 9963 h 10000"/>
              <a:gd name="connsiteX2" fmla="*/ 9940 w 9964"/>
              <a:gd name="connsiteY2" fmla="*/ 10000 h 10000"/>
              <a:gd name="connsiteX3" fmla="*/ 9964 w 9964"/>
              <a:gd name="connsiteY3" fmla="*/ 37 h 10000"/>
              <a:gd name="connsiteX4" fmla="*/ 5079 w 9964"/>
              <a:gd name="connsiteY4" fmla="*/ 0 h 10000"/>
              <a:gd name="connsiteX5" fmla="*/ 0 w 9964"/>
              <a:gd name="connsiteY5" fmla="*/ 8311 h 10000"/>
              <a:gd name="connsiteX0" fmla="*/ 5129 w 10032"/>
              <a:gd name="connsiteY0" fmla="*/ 0 h 10000"/>
              <a:gd name="connsiteX1" fmla="*/ 103 w 10032"/>
              <a:gd name="connsiteY1" fmla="*/ 9963 h 10000"/>
              <a:gd name="connsiteX2" fmla="*/ 10008 w 10032"/>
              <a:gd name="connsiteY2" fmla="*/ 10000 h 10000"/>
              <a:gd name="connsiteX3" fmla="*/ 10032 w 10032"/>
              <a:gd name="connsiteY3" fmla="*/ 37 h 10000"/>
              <a:gd name="connsiteX4" fmla="*/ 5129 w 10032"/>
              <a:gd name="connsiteY4" fmla="*/ 0 h 10000"/>
              <a:gd name="connsiteX0" fmla="*/ 5162 w 10065"/>
              <a:gd name="connsiteY0" fmla="*/ 0 h 10000"/>
              <a:gd name="connsiteX1" fmla="*/ 136 w 10065"/>
              <a:gd name="connsiteY1" fmla="*/ 9963 h 10000"/>
              <a:gd name="connsiteX2" fmla="*/ 10041 w 10065"/>
              <a:gd name="connsiteY2" fmla="*/ 10000 h 10000"/>
              <a:gd name="connsiteX3" fmla="*/ 10065 w 10065"/>
              <a:gd name="connsiteY3" fmla="*/ 37 h 10000"/>
              <a:gd name="connsiteX4" fmla="*/ 5162 w 10065"/>
              <a:gd name="connsiteY4" fmla="*/ 0 h 10000"/>
              <a:gd name="connsiteX0" fmla="*/ 5174 w 10077"/>
              <a:gd name="connsiteY0" fmla="*/ 0 h 10000"/>
              <a:gd name="connsiteX1" fmla="*/ 148 w 10077"/>
              <a:gd name="connsiteY1" fmla="*/ 9963 h 10000"/>
              <a:gd name="connsiteX2" fmla="*/ 10053 w 10077"/>
              <a:gd name="connsiteY2" fmla="*/ 10000 h 10000"/>
              <a:gd name="connsiteX3" fmla="*/ 10077 w 10077"/>
              <a:gd name="connsiteY3" fmla="*/ 37 h 10000"/>
              <a:gd name="connsiteX4" fmla="*/ 5174 w 10077"/>
              <a:gd name="connsiteY4" fmla="*/ 0 h 10000"/>
              <a:gd name="connsiteX0" fmla="*/ 4965 w 9868"/>
              <a:gd name="connsiteY0" fmla="*/ 0 h 10000"/>
              <a:gd name="connsiteX1" fmla="*/ 156 w 9868"/>
              <a:gd name="connsiteY1" fmla="*/ 9963 h 10000"/>
              <a:gd name="connsiteX2" fmla="*/ 9844 w 9868"/>
              <a:gd name="connsiteY2" fmla="*/ 10000 h 10000"/>
              <a:gd name="connsiteX3" fmla="*/ 9868 w 9868"/>
              <a:gd name="connsiteY3" fmla="*/ 37 h 10000"/>
              <a:gd name="connsiteX4" fmla="*/ 4965 w 9868"/>
              <a:gd name="connsiteY4" fmla="*/ 0 h 10000"/>
              <a:gd name="connsiteX0" fmla="*/ 4977 w 9946"/>
              <a:gd name="connsiteY0" fmla="*/ 0 h 10000"/>
              <a:gd name="connsiteX1" fmla="*/ 104 w 9946"/>
              <a:gd name="connsiteY1" fmla="*/ 9963 h 10000"/>
              <a:gd name="connsiteX2" fmla="*/ 9922 w 9946"/>
              <a:gd name="connsiteY2" fmla="*/ 10000 h 10000"/>
              <a:gd name="connsiteX3" fmla="*/ 9946 w 9946"/>
              <a:gd name="connsiteY3" fmla="*/ 37 h 10000"/>
              <a:gd name="connsiteX4" fmla="*/ 4977 w 9946"/>
              <a:gd name="connsiteY4" fmla="*/ 0 h 10000"/>
              <a:gd name="connsiteX0" fmla="*/ 5026 w 10022"/>
              <a:gd name="connsiteY0" fmla="*/ 0 h 10000"/>
              <a:gd name="connsiteX1" fmla="*/ 127 w 10022"/>
              <a:gd name="connsiteY1" fmla="*/ 9963 h 10000"/>
              <a:gd name="connsiteX2" fmla="*/ 9998 w 10022"/>
              <a:gd name="connsiteY2" fmla="*/ 10000 h 10000"/>
              <a:gd name="connsiteX3" fmla="*/ 10022 w 10022"/>
              <a:gd name="connsiteY3" fmla="*/ 37 h 10000"/>
              <a:gd name="connsiteX4" fmla="*/ 5026 w 10022"/>
              <a:gd name="connsiteY4" fmla="*/ 0 h 10000"/>
              <a:gd name="connsiteX0" fmla="*/ 5168 w 10164"/>
              <a:gd name="connsiteY0" fmla="*/ 0 h 10000"/>
              <a:gd name="connsiteX1" fmla="*/ 122 w 10164"/>
              <a:gd name="connsiteY1" fmla="*/ 9963 h 10000"/>
              <a:gd name="connsiteX2" fmla="*/ 10140 w 10164"/>
              <a:gd name="connsiteY2" fmla="*/ 10000 h 10000"/>
              <a:gd name="connsiteX3" fmla="*/ 10164 w 10164"/>
              <a:gd name="connsiteY3" fmla="*/ 37 h 10000"/>
              <a:gd name="connsiteX4" fmla="*/ 5168 w 10164"/>
              <a:gd name="connsiteY4" fmla="*/ 0 h 10000"/>
              <a:gd name="connsiteX0" fmla="*/ 5168 w 10164"/>
              <a:gd name="connsiteY0" fmla="*/ 0 h 9987"/>
              <a:gd name="connsiteX1" fmla="*/ 122 w 10164"/>
              <a:gd name="connsiteY1" fmla="*/ 9963 h 9987"/>
              <a:gd name="connsiteX2" fmla="*/ 10140 w 10164"/>
              <a:gd name="connsiteY2" fmla="*/ 9987 h 9987"/>
              <a:gd name="connsiteX3" fmla="*/ 10164 w 10164"/>
              <a:gd name="connsiteY3" fmla="*/ 37 h 9987"/>
              <a:gd name="connsiteX4" fmla="*/ 5168 w 10164"/>
              <a:gd name="connsiteY4" fmla="*/ 0 h 9987"/>
              <a:gd name="connsiteX0" fmla="*/ 5085 w 10000"/>
              <a:gd name="connsiteY0" fmla="*/ 1 h 10001"/>
              <a:gd name="connsiteX1" fmla="*/ 120 w 10000"/>
              <a:gd name="connsiteY1" fmla="*/ 9977 h 10001"/>
              <a:gd name="connsiteX2" fmla="*/ 9976 w 10000"/>
              <a:gd name="connsiteY2" fmla="*/ 10001 h 10001"/>
              <a:gd name="connsiteX3" fmla="*/ 10000 w 10000"/>
              <a:gd name="connsiteY3" fmla="*/ 0 h 10001"/>
              <a:gd name="connsiteX4" fmla="*/ 5085 w 10000"/>
              <a:gd name="connsiteY4" fmla="*/ 1 h 1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1">
                <a:moveTo>
                  <a:pt x="5085" y="1"/>
                </a:moveTo>
                <a:cubicBezTo>
                  <a:pt x="2196" y="2118"/>
                  <a:pt x="-623" y="5218"/>
                  <a:pt x="120" y="9977"/>
                </a:cubicBezTo>
                <a:lnTo>
                  <a:pt x="9976" y="10001"/>
                </a:lnTo>
                <a:cubicBezTo>
                  <a:pt x="9988" y="5013"/>
                  <a:pt x="9992" y="3325"/>
                  <a:pt x="10000" y="0"/>
                </a:cubicBezTo>
                <a:lnTo>
                  <a:pt x="5085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sz="1800"/>
          </a:p>
        </p:txBody>
      </p:sp>
      <p:sp>
        <p:nvSpPr>
          <p:cNvPr id="32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402733" y="4179768"/>
            <a:ext cx="6557364" cy="666977"/>
          </a:xfrm>
        </p:spPr>
        <p:txBody>
          <a:bodyPr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cap="none" baseline="0">
                <a:solidFill>
                  <a:schemeClr val="bg2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Cliquez pour modifier le style</a:t>
            </a:r>
            <a:br>
              <a:rPr lang="fr-FR" dirty="0"/>
            </a:br>
            <a:r>
              <a:rPr lang="fr-FR" dirty="0"/>
              <a:t>des sous-titres du masque</a:t>
            </a:r>
          </a:p>
        </p:txBody>
      </p:sp>
      <p:sp>
        <p:nvSpPr>
          <p:cNvPr id="11" name="Rectangle 1030"/>
          <p:cNvSpPr>
            <a:spLocks noChangeArrowheads="1"/>
          </p:cNvSpPr>
          <p:nvPr userDrawn="1"/>
        </p:nvSpPr>
        <p:spPr bwMode="auto">
          <a:xfrm>
            <a:off x="292160" y="6425906"/>
            <a:ext cx="5871633" cy="182033"/>
          </a:xfrm>
          <a:prstGeom prst="rect">
            <a:avLst/>
          </a:prstGeom>
          <a:noFill/>
          <a:ln>
            <a:noFill/>
          </a:ln>
          <a:effectLst/>
        </p:spPr>
        <p:txBody>
          <a:bodyPr tIns="0" bIns="0">
            <a:noAutofit/>
          </a:bodyPr>
          <a:lstStyle/>
          <a:p>
            <a:pPr algn="l"/>
            <a:r>
              <a:rPr lang="en-AU" sz="1200" dirty="0">
                <a:solidFill>
                  <a:schemeClr val="tx1"/>
                </a:solidFill>
                <a:latin typeface="Century Gothic" pitchFamily="34" charset="0"/>
              </a:rPr>
              <a:t>www.thalesgroup.com</a:t>
            </a:r>
          </a:p>
        </p:txBody>
      </p:sp>
      <p:sp>
        <p:nvSpPr>
          <p:cNvPr id="13" name="Demi-cadre 12"/>
          <p:cNvSpPr/>
          <p:nvPr userDrawn="1"/>
        </p:nvSpPr>
        <p:spPr bwMode="auto">
          <a:xfrm>
            <a:off x="402732" y="1931315"/>
            <a:ext cx="514885" cy="525284"/>
          </a:xfrm>
          <a:prstGeom prst="halfFrame">
            <a:avLst>
              <a:gd name="adj1" fmla="val 12269"/>
              <a:gd name="adj2" fmla="val 13535"/>
            </a:avLst>
          </a:prstGeom>
          <a:solidFill>
            <a:schemeClr val="bg2"/>
          </a:solidFill>
          <a:ln>
            <a:noFill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 sz="2400"/>
          </a:p>
        </p:txBody>
      </p:sp>
      <p:pic>
        <p:nvPicPr>
          <p:cNvPr id="14" name="Image 13" descr="logo_thales.pn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4588" y="220906"/>
            <a:ext cx="3116241" cy="599277"/>
          </a:xfrm>
          <a:prstGeom prst="rect">
            <a:avLst/>
          </a:prstGeom>
        </p:spPr>
      </p:pic>
      <p:sp>
        <p:nvSpPr>
          <p:cNvPr id="15" name="ZoneTexte 11"/>
          <p:cNvSpPr txBox="1">
            <a:spLocks noChangeArrowheads="1"/>
          </p:cNvSpPr>
          <p:nvPr userDrawn="1"/>
        </p:nvSpPr>
        <p:spPr bwMode="auto">
          <a:xfrm>
            <a:off x="5291667" y="6205804"/>
            <a:ext cx="1608667" cy="519801"/>
          </a:xfrm>
          <a:prstGeom prst="rect">
            <a:avLst/>
          </a:prstGeom>
          <a:solidFill>
            <a:schemeClr val="bg1">
              <a:alpha val="50000"/>
            </a:schemeClr>
          </a:solidFill>
          <a:ln w="635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wrap="square" tIns="62400" anchor="ctr" anchorCtr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67" b="0" dirty="0">
                <a:solidFill>
                  <a:schemeClr val="bg1">
                    <a:lumMod val="65000"/>
                  </a:schemeClr>
                </a:solidFill>
                <a:latin typeface="Arial" charset="0"/>
              </a:rPr>
              <a:t>OPEN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67" b="0" dirty="0">
                <a:solidFill>
                  <a:schemeClr val="bg1">
                    <a:lumMod val="65000"/>
                  </a:schemeClr>
                </a:solidFill>
                <a:latin typeface="Arial" charset="0"/>
              </a:rPr>
              <a:t>THALES</a:t>
            </a:r>
            <a:r>
              <a:rPr lang="en-US" sz="667" b="0" baseline="0" dirty="0">
                <a:solidFill>
                  <a:schemeClr val="bg1">
                    <a:lumMod val="65000"/>
                  </a:schemeClr>
                </a:solidFill>
                <a:latin typeface="Arial" charset="0"/>
              </a:rPr>
              <a:t> GROUP INTERNAL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67" b="0" baseline="0" dirty="0">
                <a:solidFill>
                  <a:srgbClr val="FF0000"/>
                </a:solidFill>
                <a:latin typeface="Arial" charset="0"/>
              </a:rPr>
              <a:t>THALES GROUP CONFIDENTIAL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67" b="0" baseline="0" dirty="0">
                <a:solidFill>
                  <a:srgbClr val="FF0000"/>
                </a:solidFill>
                <a:latin typeface="Arial" charset="0"/>
              </a:rPr>
              <a:t>THALES GROUP SECRET</a:t>
            </a:r>
            <a:endParaRPr lang="en-US" sz="667" b="0" dirty="0">
              <a:solidFill>
                <a:srgbClr val="FF0000"/>
              </a:solidFill>
              <a:latin typeface="Arial" charset="0"/>
            </a:endParaRPr>
          </a:p>
        </p:txBody>
      </p:sp>
      <p:pic>
        <p:nvPicPr>
          <p:cNvPr id="18" name="Espace réservé pour une image  9" descr="2014_Corporate_extract_pdf_tgc.png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38646" y="-16934"/>
            <a:ext cx="4860529" cy="6902319"/>
          </a:xfrm>
          <a:custGeom>
            <a:avLst/>
            <a:gdLst>
              <a:gd name="connsiteX0" fmla="*/ 0 w 3662362"/>
              <a:gd name="connsiteY0" fmla="*/ 0 h 5168900"/>
              <a:gd name="connsiteX1" fmla="*/ 3662362 w 3662362"/>
              <a:gd name="connsiteY1" fmla="*/ 0 h 5168900"/>
              <a:gd name="connsiteX2" fmla="*/ 3662362 w 3662362"/>
              <a:gd name="connsiteY2" fmla="*/ 5168900 h 5168900"/>
              <a:gd name="connsiteX3" fmla="*/ 0 w 3662362"/>
              <a:gd name="connsiteY3" fmla="*/ 5168900 h 5168900"/>
              <a:gd name="connsiteX4" fmla="*/ 0 w 3662362"/>
              <a:gd name="connsiteY4" fmla="*/ 0 h 5168900"/>
              <a:gd name="connsiteX0" fmla="*/ 1724025 w 3662362"/>
              <a:gd name="connsiteY0" fmla="*/ 0 h 5178425"/>
              <a:gd name="connsiteX1" fmla="*/ 3662362 w 3662362"/>
              <a:gd name="connsiteY1" fmla="*/ 9525 h 5178425"/>
              <a:gd name="connsiteX2" fmla="*/ 3662362 w 3662362"/>
              <a:gd name="connsiteY2" fmla="*/ 5178425 h 5178425"/>
              <a:gd name="connsiteX3" fmla="*/ 0 w 3662362"/>
              <a:gd name="connsiteY3" fmla="*/ 5178425 h 5178425"/>
              <a:gd name="connsiteX4" fmla="*/ 1724025 w 3662362"/>
              <a:gd name="connsiteY4" fmla="*/ 0 h 5178425"/>
              <a:gd name="connsiteX0" fmla="*/ 1724025 w 3662362"/>
              <a:gd name="connsiteY0" fmla="*/ 0 h 5178425"/>
              <a:gd name="connsiteX1" fmla="*/ 3662362 w 3662362"/>
              <a:gd name="connsiteY1" fmla="*/ 9525 h 5178425"/>
              <a:gd name="connsiteX2" fmla="*/ 3662362 w 3662362"/>
              <a:gd name="connsiteY2" fmla="*/ 5178425 h 5178425"/>
              <a:gd name="connsiteX3" fmla="*/ 0 w 3662362"/>
              <a:gd name="connsiteY3" fmla="*/ 5178425 h 5178425"/>
              <a:gd name="connsiteX4" fmla="*/ 1724025 w 3662362"/>
              <a:gd name="connsiteY4" fmla="*/ 0 h 5178425"/>
              <a:gd name="connsiteX0" fmla="*/ 1609725 w 3548062"/>
              <a:gd name="connsiteY0" fmla="*/ 0 h 5178425"/>
              <a:gd name="connsiteX1" fmla="*/ 3548062 w 3548062"/>
              <a:gd name="connsiteY1" fmla="*/ 9525 h 5178425"/>
              <a:gd name="connsiteX2" fmla="*/ 3548062 w 3548062"/>
              <a:gd name="connsiteY2" fmla="*/ 5178425 h 5178425"/>
              <a:gd name="connsiteX3" fmla="*/ 0 w 3548062"/>
              <a:gd name="connsiteY3" fmla="*/ 5178425 h 5178425"/>
              <a:gd name="connsiteX4" fmla="*/ 1609725 w 3548062"/>
              <a:gd name="connsiteY4" fmla="*/ 0 h 5178425"/>
              <a:gd name="connsiteX0" fmla="*/ 1758948 w 3697285"/>
              <a:gd name="connsiteY0" fmla="*/ 0 h 5178425"/>
              <a:gd name="connsiteX1" fmla="*/ 3697285 w 3697285"/>
              <a:gd name="connsiteY1" fmla="*/ 9525 h 5178425"/>
              <a:gd name="connsiteX2" fmla="*/ 3697285 w 3697285"/>
              <a:gd name="connsiteY2" fmla="*/ 5178425 h 5178425"/>
              <a:gd name="connsiteX3" fmla="*/ 149223 w 3697285"/>
              <a:gd name="connsiteY3" fmla="*/ 5178425 h 5178425"/>
              <a:gd name="connsiteX4" fmla="*/ 1758948 w 3697285"/>
              <a:gd name="connsiteY4" fmla="*/ 0 h 5178425"/>
              <a:gd name="connsiteX0" fmla="*/ 1709096 w 3647433"/>
              <a:gd name="connsiteY0" fmla="*/ 0 h 5178425"/>
              <a:gd name="connsiteX1" fmla="*/ 3647433 w 3647433"/>
              <a:gd name="connsiteY1" fmla="*/ 9525 h 5178425"/>
              <a:gd name="connsiteX2" fmla="*/ 3647433 w 3647433"/>
              <a:gd name="connsiteY2" fmla="*/ 5178425 h 5178425"/>
              <a:gd name="connsiteX3" fmla="*/ 99371 w 3647433"/>
              <a:gd name="connsiteY3" fmla="*/ 5178425 h 5178425"/>
              <a:gd name="connsiteX4" fmla="*/ 1709096 w 3647433"/>
              <a:gd name="connsiteY4" fmla="*/ 0 h 5178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47433" h="5178425">
                <a:moveTo>
                  <a:pt x="1709096" y="0"/>
                </a:moveTo>
                <a:lnTo>
                  <a:pt x="3647433" y="9525"/>
                </a:lnTo>
                <a:lnTo>
                  <a:pt x="3647433" y="5178425"/>
                </a:lnTo>
                <a:lnTo>
                  <a:pt x="99371" y="5178425"/>
                </a:lnTo>
                <a:cubicBezTo>
                  <a:pt x="-30804" y="4471458"/>
                  <a:pt x="-351479" y="2116667"/>
                  <a:pt x="170909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90953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spcAft>
                <a:spcPts val="700"/>
              </a:spcAft>
              <a:defRPr/>
            </a:lvl1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81F154-C77A-59B1-B4ED-ECEB11274D8C}"/>
              </a:ext>
            </a:extLst>
          </p:cNvPr>
          <p:cNvSpPr/>
          <p:nvPr userDrawn="1"/>
        </p:nvSpPr>
        <p:spPr>
          <a:xfrm>
            <a:off x="-2117" y="3"/>
            <a:ext cx="12194117" cy="6857997"/>
          </a:xfrm>
          <a:prstGeom prst="rect">
            <a:avLst/>
          </a:prstGeom>
          <a:gradFill flip="none" rotWithShape="1">
            <a:gsLst>
              <a:gs pos="0">
                <a:srgbClr val="04B6E2"/>
              </a:gs>
              <a:gs pos="80000">
                <a:schemeClr val="tx1">
                  <a:lumMod val="75000"/>
                </a:schemeClr>
              </a:gs>
            </a:gsLst>
            <a:path path="rect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2400" dirty="0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9089" y="6281940"/>
            <a:ext cx="1717227" cy="38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27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.6_Diapositive de titre 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402733" y="1342954"/>
            <a:ext cx="6557364" cy="4254383"/>
          </a:xfrm>
        </p:spPr>
        <p:txBody>
          <a:bodyPr/>
          <a:lstStyle>
            <a:lvl1pPr algn="l">
              <a:defRPr sz="3467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Cliquez et</a:t>
            </a:r>
            <a:br>
              <a:rPr lang="fr-FR" dirty="0"/>
            </a:br>
            <a:r>
              <a:rPr lang="fr-FR" dirty="0"/>
              <a:t>modifiez le titre</a:t>
            </a:r>
          </a:p>
        </p:txBody>
      </p:sp>
      <p:sp>
        <p:nvSpPr>
          <p:cNvPr id="24" name="Freeform 47"/>
          <p:cNvSpPr>
            <a:spLocks/>
          </p:cNvSpPr>
          <p:nvPr userDrawn="1"/>
        </p:nvSpPr>
        <p:spPr bwMode="auto">
          <a:xfrm>
            <a:off x="6946729" y="-692"/>
            <a:ext cx="5262259" cy="6905125"/>
          </a:xfrm>
          <a:custGeom>
            <a:avLst/>
            <a:gdLst>
              <a:gd name="T0" fmla="*/ 0 w 1237"/>
              <a:gd name="T1" fmla="*/ 1390 h 1746"/>
              <a:gd name="T2" fmla="*/ 33 w 1237"/>
              <a:gd name="T3" fmla="*/ 1746 h 1746"/>
              <a:gd name="T4" fmla="*/ 1237 w 1237"/>
              <a:gd name="T5" fmla="*/ 1746 h 1746"/>
              <a:gd name="T6" fmla="*/ 1237 w 1237"/>
              <a:gd name="T7" fmla="*/ 0 h 1746"/>
              <a:gd name="T8" fmla="*/ 584 w 1237"/>
              <a:gd name="T9" fmla="*/ 0 h 1746"/>
              <a:gd name="T10" fmla="*/ 0 w 1237"/>
              <a:gd name="T11" fmla="*/ 1390 h 1746"/>
              <a:gd name="connsiteX0" fmla="*/ 34 w 10770"/>
              <a:gd name="connsiteY0" fmla="*/ 7961 h 10400"/>
              <a:gd name="connsiteX1" fmla="*/ 100 w 10770"/>
              <a:gd name="connsiteY1" fmla="*/ 8577 h 10400"/>
              <a:gd name="connsiteX2" fmla="*/ 10034 w 10770"/>
              <a:gd name="connsiteY2" fmla="*/ 10000 h 10400"/>
              <a:gd name="connsiteX3" fmla="*/ 10034 w 10770"/>
              <a:gd name="connsiteY3" fmla="*/ 0 h 10400"/>
              <a:gd name="connsiteX4" fmla="*/ 4755 w 10770"/>
              <a:gd name="connsiteY4" fmla="*/ 0 h 10400"/>
              <a:gd name="connsiteX5" fmla="*/ 34 w 10770"/>
              <a:gd name="connsiteY5" fmla="*/ 7961 h 10400"/>
              <a:gd name="connsiteX0" fmla="*/ 34 w 10277"/>
              <a:gd name="connsiteY0" fmla="*/ 7961 h 9176"/>
              <a:gd name="connsiteX1" fmla="*/ 100 w 10277"/>
              <a:gd name="connsiteY1" fmla="*/ 8577 h 9176"/>
              <a:gd name="connsiteX2" fmla="*/ 9276 w 10277"/>
              <a:gd name="connsiteY2" fmla="*/ 8529 h 9176"/>
              <a:gd name="connsiteX3" fmla="*/ 10034 w 10277"/>
              <a:gd name="connsiteY3" fmla="*/ 0 h 9176"/>
              <a:gd name="connsiteX4" fmla="*/ 4755 w 10277"/>
              <a:gd name="connsiteY4" fmla="*/ 0 h 9176"/>
              <a:gd name="connsiteX5" fmla="*/ 34 w 10277"/>
              <a:gd name="connsiteY5" fmla="*/ 7961 h 9176"/>
              <a:gd name="connsiteX0" fmla="*/ 33 w 9764"/>
              <a:gd name="connsiteY0" fmla="*/ 8676 h 10304"/>
              <a:gd name="connsiteX1" fmla="*/ 97 w 9764"/>
              <a:gd name="connsiteY1" fmla="*/ 9347 h 10304"/>
              <a:gd name="connsiteX2" fmla="*/ 9026 w 9764"/>
              <a:gd name="connsiteY2" fmla="*/ 9295 h 10304"/>
              <a:gd name="connsiteX3" fmla="*/ 9764 w 9764"/>
              <a:gd name="connsiteY3" fmla="*/ 0 h 10304"/>
              <a:gd name="connsiteX4" fmla="*/ 4627 w 9764"/>
              <a:gd name="connsiteY4" fmla="*/ 0 h 10304"/>
              <a:gd name="connsiteX5" fmla="*/ 33 w 9764"/>
              <a:gd name="connsiteY5" fmla="*/ 8676 h 10304"/>
              <a:gd name="connsiteX0" fmla="*/ 34 w 10016"/>
              <a:gd name="connsiteY0" fmla="*/ 8420 h 9071"/>
              <a:gd name="connsiteX1" fmla="*/ 99 w 10016"/>
              <a:gd name="connsiteY1" fmla="*/ 9071 h 9071"/>
              <a:gd name="connsiteX2" fmla="*/ 9244 w 10016"/>
              <a:gd name="connsiteY2" fmla="*/ 9021 h 9071"/>
              <a:gd name="connsiteX3" fmla="*/ 10000 w 10016"/>
              <a:gd name="connsiteY3" fmla="*/ 0 h 9071"/>
              <a:gd name="connsiteX4" fmla="*/ 4739 w 10016"/>
              <a:gd name="connsiteY4" fmla="*/ 0 h 9071"/>
              <a:gd name="connsiteX5" fmla="*/ 34 w 10016"/>
              <a:gd name="connsiteY5" fmla="*/ 8420 h 9071"/>
              <a:gd name="connsiteX0" fmla="*/ 34 w 9984"/>
              <a:gd name="connsiteY0" fmla="*/ 9282 h 10000"/>
              <a:gd name="connsiteX1" fmla="*/ 99 w 9984"/>
              <a:gd name="connsiteY1" fmla="*/ 10000 h 10000"/>
              <a:gd name="connsiteX2" fmla="*/ 9229 w 9984"/>
              <a:gd name="connsiteY2" fmla="*/ 9945 h 10000"/>
              <a:gd name="connsiteX3" fmla="*/ 9984 w 9984"/>
              <a:gd name="connsiteY3" fmla="*/ 0 h 10000"/>
              <a:gd name="connsiteX4" fmla="*/ 4731 w 9984"/>
              <a:gd name="connsiteY4" fmla="*/ 0 h 10000"/>
              <a:gd name="connsiteX5" fmla="*/ 34 w 9984"/>
              <a:gd name="connsiteY5" fmla="*/ 9282 h 10000"/>
              <a:gd name="connsiteX0" fmla="*/ 34 w 10052"/>
              <a:gd name="connsiteY0" fmla="*/ 9282 h 10443"/>
              <a:gd name="connsiteX1" fmla="*/ 99 w 10052"/>
              <a:gd name="connsiteY1" fmla="*/ 10000 h 10443"/>
              <a:gd name="connsiteX2" fmla="*/ 9822 w 10052"/>
              <a:gd name="connsiteY2" fmla="*/ 10443 h 10443"/>
              <a:gd name="connsiteX3" fmla="*/ 10000 w 10052"/>
              <a:gd name="connsiteY3" fmla="*/ 0 h 10443"/>
              <a:gd name="connsiteX4" fmla="*/ 4739 w 10052"/>
              <a:gd name="connsiteY4" fmla="*/ 0 h 10443"/>
              <a:gd name="connsiteX5" fmla="*/ 34 w 10052"/>
              <a:gd name="connsiteY5" fmla="*/ 9282 h 10443"/>
              <a:gd name="connsiteX0" fmla="*/ 34 w 10000"/>
              <a:gd name="connsiteY0" fmla="*/ 9282 h 10037"/>
              <a:gd name="connsiteX1" fmla="*/ 99 w 10000"/>
              <a:gd name="connsiteY1" fmla="*/ 10000 h 10037"/>
              <a:gd name="connsiteX2" fmla="*/ 9244 w 10000"/>
              <a:gd name="connsiteY2" fmla="*/ 10037 h 10037"/>
              <a:gd name="connsiteX3" fmla="*/ 10000 w 10000"/>
              <a:gd name="connsiteY3" fmla="*/ 0 h 10037"/>
              <a:gd name="connsiteX4" fmla="*/ 4739 w 10000"/>
              <a:gd name="connsiteY4" fmla="*/ 0 h 10037"/>
              <a:gd name="connsiteX5" fmla="*/ 34 w 10000"/>
              <a:gd name="connsiteY5" fmla="*/ 9282 h 10037"/>
              <a:gd name="connsiteX0" fmla="*/ 34 w 10000"/>
              <a:gd name="connsiteY0" fmla="*/ 9282 h 10037"/>
              <a:gd name="connsiteX1" fmla="*/ 99 w 10000"/>
              <a:gd name="connsiteY1" fmla="*/ 10000 h 10037"/>
              <a:gd name="connsiteX2" fmla="*/ 9244 w 10000"/>
              <a:gd name="connsiteY2" fmla="*/ 10037 h 10037"/>
              <a:gd name="connsiteX3" fmla="*/ 10000 w 10000"/>
              <a:gd name="connsiteY3" fmla="*/ 0 h 10037"/>
              <a:gd name="connsiteX4" fmla="*/ 4739 w 10000"/>
              <a:gd name="connsiteY4" fmla="*/ 0 h 10037"/>
              <a:gd name="connsiteX5" fmla="*/ 34 w 10000"/>
              <a:gd name="connsiteY5" fmla="*/ 9282 h 10037"/>
              <a:gd name="connsiteX0" fmla="*/ 34 w 9355"/>
              <a:gd name="connsiteY0" fmla="*/ 9282 h 10037"/>
              <a:gd name="connsiteX1" fmla="*/ 99 w 9355"/>
              <a:gd name="connsiteY1" fmla="*/ 10000 h 10037"/>
              <a:gd name="connsiteX2" fmla="*/ 9244 w 9355"/>
              <a:gd name="connsiteY2" fmla="*/ 10037 h 10037"/>
              <a:gd name="connsiteX3" fmla="*/ 9266 w 9355"/>
              <a:gd name="connsiteY3" fmla="*/ 37 h 10037"/>
              <a:gd name="connsiteX4" fmla="*/ 4739 w 9355"/>
              <a:gd name="connsiteY4" fmla="*/ 0 h 10037"/>
              <a:gd name="connsiteX5" fmla="*/ 34 w 9355"/>
              <a:gd name="connsiteY5" fmla="*/ 9282 h 10037"/>
              <a:gd name="connsiteX0" fmla="*/ 36 w 10063"/>
              <a:gd name="connsiteY0" fmla="*/ 9248 h 10000"/>
              <a:gd name="connsiteX1" fmla="*/ 106 w 10063"/>
              <a:gd name="connsiteY1" fmla="*/ 9963 h 10000"/>
              <a:gd name="connsiteX2" fmla="*/ 9881 w 10063"/>
              <a:gd name="connsiteY2" fmla="*/ 10000 h 10000"/>
              <a:gd name="connsiteX3" fmla="*/ 9905 w 10063"/>
              <a:gd name="connsiteY3" fmla="*/ 37 h 10000"/>
              <a:gd name="connsiteX4" fmla="*/ 5066 w 10063"/>
              <a:gd name="connsiteY4" fmla="*/ 0 h 10000"/>
              <a:gd name="connsiteX5" fmla="*/ 36 w 10063"/>
              <a:gd name="connsiteY5" fmla="*/ 9248 h 10000"/>
              <a:gd name="connsiteX0" fmla="*/ 36 w 11201"/>
              <a:gd name="connsiteY0" fmla="*/ 9248 h 10000"/>
              <a:gd name="connsiteX1" fmla="*/ 106 w 11201"/>
              <a:gd name="connsiteY1" fmla="*/ 9963 h 10000"/>
              <a:gd name="connsiteX2" fmla="*/ 9881 w 11201"/>
              <a:gd name="connsiteY2" fmla="*/ 10000 h 10000"/>
              <a:gd name="connsiteX3" fmla="*/ 9905 w 11201"/>
              <a:gd name="connsiteY3" fmla="*/ 37 h 10000"/>
              <a:gd name="connsiteX4" fmla="*/ 5066 w 11201"/>
              <a:gd name="connsiteY4" fmla="*/ 0 h 10000"/>
              <a:gd name="connsiteX5" fmla="*/ 36 w 11201"/>
              <a:gd name="connsiteY5" fmla="*/ 9248 h 10000"/>
              <a:gd name="connsiteX0" fmla="*/ 36 w 9905"/>
              <a:gd name="connsiteY0" fmla="*/ 9248 h 10000"/>
              <a:gd name="connsiteX1" fmla="*/ 106 w 9905"/>
              <a:gd name="connsiteY1" fmla="*/ 9963 h 10000"/>
              <a:gd name="connsiteX2" fmla="*/ 9881 w 9905"/>
              <a:gd name="connsiteY2" fmla="*/ 10000 h 10000"/>
              <a:gd name="connsiteX3" fmla="*/ 9905 w 9905"/>
              <a:gd name="connsiteY3" fmla="*/ 37 h 10000"/>
              <a:gd name="connsiteX4" fmla="*/ 5066 w 9905"/>
              <a:gd name="connsiteY4" fmla="*/ 0 h 10000"/>
              <a:gd name="connsiteX5" fmla="*/ 36 w 9905"/>
              <a:gd name="connsiteY5" fmla="*/ 9248 h 10000"/>
              <a:gd name="connsiteX0" fmla="*/ 37 w 10001"/>
              <a:gd name="connsiteY0" fmla="*/ 9248 h 10000"/>
              <a:gd name="connsiteX1" fmla="*/ 108 w 10001"/>
              <a:gd name="connsiteY1" fmla="*/ 9963 h 10000"/>
              <a:gd name="connsiteX2" fmla="*/ 9977 w 10001"/>
              <a:gd name="connsiteY2" fmla="*/ 10000 h 10000"/>
              <a:gd name="connsiteX3" fmla="*/ 10001 w 10001"/>
              <a:gd name="connsiteY3" fmla="*/ 37 h 10000"/>
              <a:gd name="connsiteX4" fmla="*/ 5116 w 10001"/>
              <a:gd name="connsiteY4" fmla="*/ 0 h 10000"/>
              <a:gd name="connsiteX5" fmla="*/ 37 w 10001"/>
              <a:gd name="connsiteY5" fmla="*/ 9248 h 10000"/>
              <a:gd name="connsiteX0" fmla="*/ 37 w 10001"/>
              <a:gd name="connsiteY0" fmla="*/ 8311 h 10000"/>
              <a:gd name="connsiteX1" fmla="*/ 108 w 10001"/>
              <a:gd name="connsiteY1" fmla="*/ 9963 h 10000"/>
              <a:gd name="connsiteX2" fmla="*/ 9977 w 10001"/>
              <a:gd name="connsiteY2" fmla="*/ 10000 h 10000"/>
              <a:gd name="connsiteX3" fmla="*/ 10001 w 10001"/>
              <a:gd name="connsiteY3" fmla="*/ 37 h 10000"/>
              <a:gd name="connsiteX4" fmla="*/ 5116 w 10001"/>
              <a:gd name="connsiteY4" fmla="*/ 0 h 10000"/>
              <a:gd name="connsiteX5" fmla="*/ 37 w 10001"/>
              <a:gd name="connsiteY5" fmla="*/ 8311 h 10000"/>
              <a:gd name="connsiteX0" fmla="*/ 0 w 9964"/>
              <a:gd name="connsiteY0" fmla="*/ 8311 h 10000"/>
              <a:gd name="connsiteX1" fmla="*/ 71 w 9964"/>
              <a:gd name="connsiteY1" fmla="*/ 9963 h 10000"/>
              <a:gd name="connsiteX2" fmla="*/ 9940 w 9964"/>
              <a:gd name="connsiteY2" fmla="*/ 10000 h 10000"/>
              <a:gd name="connsiteX3" fmla="*/ 9964 w 9964"/>
              <a:gd name="connsiteY3" fmla="*/ 37 h 10000"/>
              <a:gd name="connsiteX4" fmla="*/ 5079 w 9964"/>
              <a:gd name="connsiteY4" fmla="*/ 0 h 10000"/>
              <a:gd name="connsiteX5" fmla="*/ 0 w 9964"/>
              <a:gd name="connsiteY5" fmla="*/ 8311 h 10000"/>
              <a:gd name="connsiteX0" fmla="*/ 5129 w 10032"/>
              <a:gd name="connsiteY0" fmla="*/ 0 h 10000"/>
              <a:gd name="connsiteX1" fmla="*/ 103 w 10032"/>
              <a:gd name="connsiteY1" fmla="*/ 9963 h 10000"/>
              <a:gd name="connsiteX2" fmla="*/ 10008 w 10032"/>
              <a:gd name="connsiteY2" fmla="*/ 10000 h 10000"/>
              <a:gd name="connsiteX3" fmla="*/ 10032 w 10032"/>
              <a:gd name="connsiteY3" fmla="*/ 37 h 10000"/>
              <a:gd name="connsiteX4" fmla="*/ 5129 w 10032"/>
              <a:gd name="connsiteY4" fmla="*/ 0 h 10000"/>
              <a:gd name="connsiteX0" fmla="*/ 5162 w 10065"/>
              <a:gd name="connsiteY0" fmla="*/ 0 h 10000"/>
              <a:gd name="connsiteX1" fmla="*/ 136 w 10065"/>
              <a:gd name="connsiteY1" fmla="*/ 9963 h 10000"/>
              <a:gd name="connsiteX2" fmla="*/ 10041 w 10065"/>
              <a:gd name="connsiteY2" fmla="*/ 10000 h 10000"/>
              <a:gd name="connsiteX3" fmla="*/ 10065 w 10065"/>
              <a:gd name="connsiteY3" fmla="*/ 37 h 10000"/>
              <a:gd name="connsiteX4" fmla="*/ 5162 w 10065"/>
              <a:gd name="connsiteY4" fmla="*/ 0 h 10000"/>
              <a:gd name="connsiteX0" fmla="*/ 5174 w 10077"/>
              <a:gd name="connsiteY0" fmla="*/ 0 h 10000"/>
              <a:gd name="connsiteX1" fmla="*/ 148 w 10077"/>
              <a:gd name="connsiteY1" fmla="*/ 9963 h 10000"/>
              <a:gd name="connsiteX2" fmla="*/ 10053 w 10077"/>
              <a:gd name="connsiteY2" fmla="*/ 10000 h 10000"/>
              <a:gd name="connsiteX3" fmla="*/ 10077 w 10077"/>
              <a:gd name="connsiteY3" fmla="*/ 37 h 10000"/>
              <a:gd name="connsiteX4" fmla="*/ 5174 w 10077"/>
              <a:gd name="connsiteY4" fmla="*/ 0 h 10000"/>
              <a:gd name="connsiteX0" fmla="*/ 4965 w 9868"/>
              <a:gd name="connsiteY0" fmla="*/ 0 h 10000"/>
              <a:gd name="connsiteX1" fmla="*/ 156 w 9868"/>
              <a:gd name="connsiteY1" fmla="*/ 9963 h 10000"/>
              <a:gd name="connsiteX2" fmla="*/ 9844 w 9868"/>
              <a:gd name="connsiteY2" fmla="*/ 10000 h 10000"/>
              <a:gd name="connsiteX3" fmla="*/ 9868 w 9868"/>
              <a:gd name="connsiteY3" fmla="*/ 37 h 10000"/>
              <a:gd name="connsiteX4" fmla="*/ 4965 w 9868"/>
              <a:gd name="connsiteY4" fmla="*/ 0 h 10000"/>
              <a:gd name="connsiteX0" fmla="*/ 4977 w 9946"/>
              <a:gd name="connsiteY0" fmla="*/ 0 h 10000"/>
              <a:gd name="connsiteX1" fmla="*/ 104 w 9946"/>
              <a:gd name="connsiteY1" fmla="*/ 9963 h 10000"/>
              <a:gd name="connsiteX2" fmla="*/ 9922 w 9946"/>
              <a:gd name="connsiteY2" fmla="*/ 10000 h 10000"/>
              <a:gd name="connsiteX3" fmla="*/ 9946 w 9946"/>
              <a:gd name="connsiteY3" fmla="*/ 37 h 10000"/>
              <a:gd name="connsiteX4" fmla="*/ 4977 w 9946"/>
              <a:gd name="connsiteY4" fmla="*/ 0 h 10000"/>
              <a:gd name="connsiteX0" fmla="*/ 5026 w 10022"/>
              <a:gd name="connsiteY0" fmla="*/ 0 h 10000"/>
              <a:gd name="connsiteX1" fmla="*/ 127 w 10022"/>
              <a:gd name="connsiteY1" fmla="*/ 9963 h 10000"/>
              <a:gd name="connsiteX2" fmla="*/ 9998 w 10022"/>
              <a:gd name="connsiteY2" fmla="*/ 10000 h 10000"/>
              <a:gd name="connsiteX3" fmla="*/ 10022 w 10022"/>
              <a:gd name="connsiteY3" fmla="*/ 37 h 10000"/>
              <a:gd name="connsiteX4" fmla="*/ 5026 w 10022"/>
              <a:gd name="connsiteY4" fmla="*/ 0 h 10000"/>
              <a:gd name="connsiteX0" fmla="*/ 5168 w 10164"/>
              <a:gd name="connsiteY0" fmla="*/ 0 h 10000"/>
              <a:gd name="connsiteX1" fmla="*/ 122 w 10164"/>
              <a:gd name="connsiteY1" fmla="*/ 9963 h 10000"/>
              <a:gd name="connsiteX2" fmla="*/ 10140 w 10164"/>
              <a:gd name="connsiteY2" fmla="*/ 10000 h 10000"/>
              <a:gd name="connsiteX3" fmla="*/ 10164 w 10164"/>
              <a:gd name="connsiteY3" fmla="*/ 37 h 10000"/>
              <a:gd name="connsiteX4" fmla="*/ 5168 w 10164"/>
              <a:gd name="connsiteY4" fmla="*/ 0 h 10000"/>
              <a:gd name="connsiteX0" fmla="*/ 5168 w 10164"/>
              <a:gd name="connsiteY0" fmla="*/ 0 h 9987"/>
              <a:gd name="connsiteX1" fmla="*/ 122 w 10164"/>
              <a:gd name="connsiteY1" fmla="*/ 9963 h 9987"/>
              <a:gd name="connsiteX2" fmla="*/ 10140 w 10164"/>
              <a:gd name="connsiteY2" fmla="*/ 9987 h 9987"/>
              <a:gd name="connsiteX3" fmla="*/ 10164 w 10164"/>
              <a:gd name="connsiteY3" fmla="*/ 37 h 9987"/>
              <a:gd name="connsiteX4" fmla="*/ 5168 w 10164"/>
              <a:gd name="connsiteY4" fmla="*/ 0 h 9987"/>
              <a:gd name="connsiteX0" fmla="*/ 5085 w 10000"/>
              <a:gd name="connsiteY0" fmla="*/ 1 h 10001"/>
              <a:gd name="connsiteX1" fmla="*/ 120 w 10000"/>
              <a:gd name="connsiteY1" fmla="*/ 9977 h 10001"/>
              <a:gd name="connsiteX2" fmla="*/ 9976 w 10000"/>
              <a:gd name="connsiteY2" fmla="*/ 10001 h 10001"/>
              <a:gd name="connsiteX3" fmla="*/ 10000 w 10000"/>
              <a:gd name="connsiteY3" fmla="*/ 0 h 10001"/>
              <a:gd name="connsiteX4" fmla="*/ 5085 w 10000"/>
              <a:gd name="connsiteY4" fmla="*/ 1 h 1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1">
                <a:moveTo>
                  <a:pt x="5085" y="1"/>
                </a:moveTo>
                <a:cubicBezTo>
                  <a:pt x="2196" y="2118"/>
                  <a:pt x="-623" y="5218"/>
                  <a:pt x="120" y="9977"/>
                </a:cubicBezTo>
                <a:lnTo>
                  <a:pt x="9976" y="10001"/>
                </a:lnTo>
                <a:cubicBezTo>
                  <a:pt x="9988" y="5013"/>
                  <a:pt x="9992" y="3325"/>
                  <a:pt x="10000" y="0"/>
                </a:cubicBezTo>
                <a:lnTo>
                  <a:pt x="5085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sz="1800"/>
          </a:p>
        </p:txBody>
      </p:sp>
      <p:sp>
        <p:nvSpPr>
          <p:cNvPr id="32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402733" y="4179768"/>
            <a:ext cx="6557364" cy="666977"/>
          </a:xfrm>
        </p:spPr>
        <p:txBody>
          <a:bodyPr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cap="none" baseline="0">
                <a:solidFill>
                  <a:schemeClr val="bg2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Cliquez pour modifier le style</a:t>
            </a:r>
            <a:br>
              <a:rPr lang="fr-FR" dirty="0"/>
            </a:br>
            <a:r>
              <a:rPr lang="fr-FR" dirty="0"/>
              <a:t>des sous-titres du masque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1"/>
          </p:nvPr>
        </p:nvSpPr>
        <p:spPr bwMode="auto">
          <a:xfrm>
            <a:off x="7335934" y="-12699"/>
            <a:ext cx="4863244" cy="6904567"/>
          </a:xfrm>
          <a:custGeom>
            <a:avLst/>
            <a:gdLst>
              <a:gd name="connsiteX0" fmla="*/ 0 w 3662362"/>
              <a:gd name="connsiteY0" fmla="*/ 0 h 5168900"/>
              <a:gd name="connsiteX1" fmla="*/ 3662362 w 3662362"/>
              <a:gd name="connsiteY1" fmla="*/ 0 h 5168900"/>
              <a:gd name="connsiteX2" fmla="*/ 3662362 w 3662362"/>
              <a:gd name="connsiteY2" fmla="*/ 5168900 h 5168900"/>
              <a:gd name="connsiteX3" fmla="*/ 0 w 3662362"/>
              <a:gd name="connsiteY3" fmla="*/ 5168900 h 5168900"/>
              <a:gd name="connsiteX4" fmla="*/ 0 w 3662362"/>
              <a:gd name="connsiteY4" fmla="*/ 0 h 5168900"/>
              <a:gd name="connsiteX0" fmla="*/ 1724025 w 3662362"/>
              <a:gd name="connsiteY0" fmla="*/ 0 h 5178425"/>
              <a:gd name="connsiteX1" fmla="*/ 3662362 w 3662362"/>
              <a:gd name="connsiteY1" fmla="*/ 9525 h 5178425"/>
              <a:gd name="connsiteX2" fmla="*/ 3662362 w 3662362"/>
              <a:gd name="connsiteY2" fmla="*/ 5178425 h 5178425"/>
              <a:gd name="connsiteX3" fmla="*/ 0 w 3662362"/>
              <a:gd name="connsiteY3" fmla="*/ 5178425 h 5178425"/>
              <a:gd name="connsiteX4" fmla="*/ 1724025 w 3662362"/>
              <a:gd name="connsiteY4" fmla="*/ 0 h 5178425"/>
              <a:gd name="connsiteX0" fmla="*/ 1724025 w 3662362"/>
              <a:gd name="connsiteY0" fmla="*/ 0 h 5178425"/>
              <a:gd name="connsiteX1" fmla="*/ 3662362 w 3662362"/>
              <a:gd name="connsiteY1" fmla="*/ 9525 h 5178425"/>
              <a:gd name="connsiteX2" fmla="*/ 3662362 w 3662362"/>
              <a:gd name="connsiteY2" fmla="*/ 5178425 h 5178425"/>
              <a:gd name="connsiteX3" fmla="*/ 0 w 3662362"/>
              <a:gd name="connsiteY3" fmla="*/ 5178425 h 5178425"/>
              <a:gd name="connsiteX4" fmla="*/ 1724025 w 3662362"/>
              <a:gd name="connsiteY4" fmla="*/ 0 h 5178425"/>
              <a:gd name="connsiteX0" fmla="*/ 1609725 w 3548062"/>
              <a:gd name="connsiteY0" fmla="*/ 0 h 5178425"/>
              <a:gd name="connsiteX1" fmla="*/ 3548062 w 3548062"/>
              <a:gd name="connsiteY1" fmla="*/ 9525 h 5178425"/>
              <a:gd name="connsiteX2" fmla="*/ 3548062 w 3548062"/>
              <a:gd name="connsiteY2" fmla="*/ 5178425 h 5178425"/>
              <a:gd name="connsiteX3" fmla="*/ 0 w 3548062"/>
              <a:gd name="connsiteY3" fmla="*/ 5178425 h 5178425"/>
              <a:gd name="connsiteX4" fmla="*/ 1609725 w 3548062"/>
              <a:gd name="connsiteY4" fmla="*/ 0 h 5178425"/>
              <a:gd name="connsiteX0" fmla="*/ 1758948 w 3697285"/>
              <a:gd name="connsiteY0" fmla="*/ 0 h 5178425"/>
              <a:gd name="connsiteX1" fmla="*/ 3697285 w 3697285"/>
              <a:gd name="connsiteY1" fmla="*/ 9525 h 5178425"/>
              <a:gd name="connsiteX2" fmla="*/ 3697285 w 3697285"/>
              <a:gd name="connsiteY2" fmla="*/ 5178425 h 5178425"/>
              <a:gd name="connsiteX3" fmla="*/ 149223 w 3697285"/>
              <a:gd name="connsiteY3" fmla="*/ 5178425 h 5178425"/>
              <a:gd name="connsiteX4" fmla="*/ 1758948 w 3697285"/>
              <a:gd name="connsiteY4" fmla="*/ 0 h 5178425"/>
              <a:gd name="connsiteX0" fmla="*/ 1709096 w 3647433"/>
              <a:gd name="connsiteY0" fmla="*/ 0 h 5178425"/>
              <a:gd name="connsiteX1" fmla="*/ 3647433 w 3647433"/>
              <a:gd name="connsiteY1" fmla="*/ 9525 h 5178425"/>
              <a:gd name="connsiteX2" fmla="*/ 3647433 w 3647433"/>
              <a:gd name="connsiteY2" fmla="*/ 5178425 h 5178425"/>
              <a:gd name="connsiteX3" fmla="*/ 99371 w 3647433"/>
              <a:gd name="connsiteY3" fmla="*/ 5178425 h 5178425"/>
              <a:gd name="connsiteX4" fmla="*/ 1709096 w 3647433"/>
              <a:gd name="connsiteY4" fmla="*/ 0 h 5178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47433" h="5178425">
                <a:moveTo>
                  <a:pt x="1709096" y="0"/>
                </a:moveTo>
                <a:lnTo>
                  <a:pt x="3647433" y="9525"/>
                </a:lnTo>
                <a:lnTo>
                  <a:pt x="3647433" y="5178425"/>
                </a:lnTo>
                <a:lnTo>
                  <a:pt x="99371" y="5178425"/>
                </a:lnTo>
                <a:cubicBezTo>
                  <a:pt x="-30804" y="4471458"/>
                  <a:pt x="-351479" y="2116667"/>
                  <a:pt x="170909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lIns="432000" anchor="ctr" anchorCtr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fr-FR"/>
              <a:t>Faire glisser l'image vers l'espace réservé ou cliquer sur l'icône pour l'ajouter</a:t>
            </a:r>
            <a:endParaRPr lang="en-AU" dirty="0"/>
          </a:p>
        </p:txBody>
      </p:sp>
      <p:sp>
        <p:nvSpPr>
          <p:cNvPr id="11" name="Rectangle 1030"/>
          <p:cNvSpPr>
            <a:spLocks noChangeArrowheads="1"/>
          </p:cNvSpPr>
          <p:nvPr userDrawn="1"/>
        </p:nvSpPr>
        <p:spPr bwMode="auto">
          <a:xfrm>
            <a:off x="292160" y="6425906"/>
            <a:ext cx="5871633" cy="182033"/>
          </a:xfrm>
          <a:prstGeom prst="rect">
            <a:avLst/>
          </a:prstGeom>
          <a:noFill/>
          <a:ln>
            <a:noFill/>
          </a:ln>
          <a:effectLst/>
        </p:spPr>
        <p:txBody>
          <a:bodyPr tIns="0" bIns="0">
            <a:noAutofit/>
          </a:bodyPr>
          <a:lstStyle/>
          <a:p>
            <a:pPr algn="l"/>
            <a:r>
              <a:rPr lang="en-AU" sz="1200" dirty="0">
                <a:solidFill>
                  <a:schemeClr val="tx1"/>
                </a:solidFill>
                <a:latin typeface="Century Gothic" pitchFamily="34" charset="0"/>
              </a:rPr>
              <a:t>www.thalesgroup.com</a:t>
            </a:r>
          </a:p>
        </p:txBody>
      </p:sp>
      <p:sp>
        <p:nvSpPr>
          <p:cNvPr id="13" name="Demi-cadre 12"/>
          <p:cNvSpPr/>
          <p:nvPr userDrawn="1"/>
        </p:nvSpPr>
        <p:spPr bwMode="auto">
          <a:xfrm>
            <a:off x="402732" y="1931315"/>
            <a:ext cx="514885" cy="525284"/>
          </a:xfrm>
          <a:prstGeom prst="halfFrame">
            <a:avLst>
              <a:gd name="adj1" fmla="val 12269"/>
              <a:gd name="adj2" fmla="val 13535"/>
            </a:avLst>
          </a:prstGeom>
          <a:solidFill>
            <a:schemeClr val="bg2"/>
          </a:solidFill>
          <a:ln>
            <a:noFill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fr-FR" sz="2400"/>
          </a:p>
        </p:txBody>
      </p:sp>
      <p:pic>
        <p:nvPicPr>
          <p:cNvPr id="14" name="Image 13" descr="logo_thales.pn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4588" y="220906"/>
            <a:ext cx="3116241" cy="599277"/>
          </a:xfrm>
          <a:prstGeom prst="rect">
            <a:avLst/>
          </a:prstGeom>
        </p:spPr>
      </p:pic>
      <p:sp>
        <p:nvSpPr>
          <p:cNvPr id="15" name="ZoneTexte 11"/>
          <p:cNvSpPr txBox="1">
            <a:spLocks noChangeArrowheads="1"/>
          </p:cNvSpPr>
          <p:nvPr userDrawn="1"/>
        </p:nvSpPr>
        <p:spPr bwMode="auto">
          <a:xfrm>
            <a:off x="5291667" y="6205804"/>
            <a:ext cx="1608667" cy="519801"/>
          </a:xfrm>
          <a:prstGeom prst="rect">
            <a:avLst/>
          </a:prstGeom>
          <a:solidFill>
            <a:schemeClr val="bg1">
              <a:alpha val="50000"/>
            </a:schemeClr>
          </a:solidFill>
          <a:ln w="635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wrap="square" tIns="62400" anchor="ctr" anchorCtr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67" b="0" dirty="0">
                <a:solidFill>
                  <a:schemeClr val="bg1">
                    <a:lumMod val="65000"/>
                  </a:schemeClr>
                </a:solidFill>
                <a:latin typeface="Arial" charset="0"/>
              </a:rPr>
              <a:t>OPEN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67" b="0" dirty="0">
                <a:solidFill>
                  <a:schemeClr val="bg1">
                    <a:lumMod val="65000"/>
                  </a:schemeClr>
                </a:solidFill>
                <a:latin typeface="Arial" charset="0"/>
              </a:rPr>
              <a:t>THALES</a:t>
            </a:r>
            <a:r>
              <a:rPr lang="en-US" sz="667" b="0" baseline="0" dirty="0">
                <a:solidFill>
                  <a:schemeClr val="bg1">
                    <a:lumMod val="65000"/>
                  </a:schemeClr>
                </a:solidFill>
                <a:latin typeface="Arial" charset="0"/>
              </a:rPr>
              <a:t> GROUP INTERNAL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67" b="0" baseline="0" dirty="0">
                <a:solidFill>
                  <a:srgbClr val="FF0000"/>
                </a:solidFill>
                <a:latin typeface="Arial" charset="0"/>
              </a:rPr>
              <a:t>THALES GROUP CONFIDENTIAL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67" b="0" baseline="0" dirty="0">
                <a:solidFill>
                  <a:srgbClr val="FF0000"/>
                </a:solidFill>
                <a:latin typeface="Arial" charset="0"/>
              </a:rPr>
              <a:t>THALES GROUP SECRET</a:t>
            </a:r>
            <a:endParaRPr lang="en-US" sz="667" b="0" dirty="0">
              <a:solidFill>
                <a:srgbClr val="FF0000"/>
              </a:solidFill>
              <a:latin typeface="Arial" charset="0"/>
            </a:endParaRPr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957" y="6343124"/>
            <a:ext cx="1526740" cy="34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108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_Titre et contenu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er 49"/>
          <p:cNvGrpSpPr/>
          <p:nvPr userDrawn="1"/>
        </p:nvGrpSpPr>
        <p:grpSpPr>
          <a:xfrm>
            <a:off x="6695442" y="-27384"/>
            <a:ext cx="2501313" cy="6885384"/>
            <a:chOff x="5021580" y="4728"/>
            <a:chExt cx="1875985" cy="6853272"/>
          </a:xfrm>
        </p:grpSpPr>
        <p:sp>
          <p:nvSpPr>
            <p:cNvPr id="51" name="Forme libre 50"/>
            <p:cNvSpPr/>
            <p:nvPr userDrawn="1"/>
          </p:nvSpPr>
          <p:spPr>
            <a:xfrm>
              <a:off x="5021580" y="4728"/>
              <a:ext cx="747600" cy="6853272"/>
            </a:xfrm>
            <a:custGeom>
              <a:avLst/>
              <a:gdLst>
                <a:gd name="connsiteX0" fmla="*/ 751243 w 1897137"/>
                <a:gd name="connsiteY0" fmla="*/ 6852213 h 6852213"/>
                <a:gd name="connsiteX1" fmla="*/ 45187 w 1897137"/>
                <a:gd name="connsiteY1" fmla="*/ 3252486 h 6852213"/>
                <a:gd name="connsiteX2" fmla="*/ 1897137 w 1897137"/>
                <a:gd name="connsiteY2" fmla="*/ 0 h 6852213"/>
                <a:gd name="connsiteX0" fmla="*/ 1271740 w 1859234"/>
                <a:gd name="connsiteY0" fmla="*/ 6833163 h 6833163"/>
                <a:gd name="connsiteX1" fmla="*/ 7284 w 1859234"/>
                <a:gd name="connsiteY1" fmla="*/ 3252486 h 6833163"/>
                <a:gd name="connsiteX2" fmla="*/ 1859234 w 1859234"/>
                <a:gd name="connsiteY2" fmla="*/ 0 h 6833163"/>
                <a:gd name="connsiteX0" fmla="*/ 1273830 w 1861324"/>
                <a:gd name="connsiteY0" fmla="*/ 6833163 h 6833163"/>
                <a:gd name="connsiteX1" fmla="*/ 9374 w 1861324"/>
                <a:gd name="connsiteY1" fmla="*/ 3252486 h 6833163"/>
                <a:gd name="connsiteX2" fmla="*/ 1861324 w 1861324"/>
                <a:gd name="connsiteY2" fmla="*/ 0 h 6833163"/>
                <a:gd name="connsiteX0" fmla="*/ 1143473 w 1730967"/>
                <a:gd name="connsiteY0" fmla="*/ 6833163 h 6833163"/>
                <a:gd name="connsiteX1" fmla="*/ 11270 w 1730967"/>
                <a:gd name="connsiteY1" fmla="*/ 3255661 h 6833163"/>
                <a:gd name="connsiteX2" fmla="*/ 1730967 w 1730967"/>
                <a:gd name="connsiteY2" fmla="*/ 0 h 6833163"/>
                <a:gd name="connsiteX0" fmla="*/ 1146245 w 1814560"/>
                <a:gd name="connsiteY0" fmla="*/ 6842688 h 6842688"/>
                <a:gd name="connsiteX1" fmla="*/ 14042 w 1814560"/>
                <a:gd name="connsiteY1" fmla="*/ 3265186 h 6842688"/>
                <a:gd name="connsiteX2" fmla="*/ 1814560 w 1814560"/>
                <a:gd name="connsiteY2" fmla="*/ 0 h 6842688"/>
                <a:gd name="connsiteX0" fmla="*/ 1146245 w 1814560"/>
                <a:gd name="connsiteY0" fmla="*/ 6842688 h 6842688"/>
                <a:gd name="connsiteX1" fmla="*/ 14042 w 1814560"/>
                <a:gd name="connsiteY1" fmla="*/ 3265186 h 6842688"/>
                <a:gd name="connsiteX2" fmla="*/ 1814560 w 1814560"/>
                <a:gd name="connsiteY2" fmla="*/ 0 h 6842688"/>
                <a:gd name="connsiteX0" fmla="*/ 1060731 w 1729046"/>
                <a:gd name="connsiteY0" fmla="*/ 6842688 h 6842688"/>
                <a:gd name="connsiteX1" fmla="*/ 16088 w 1729046"/>
                <a:gd name="connsiteY1" fmla="*/ 3416535 h 6842688"/>
                <a:gd name="connsiteX2" fmla="*/ 1729046 w 1729046"/>
                <a:gd name="connsiteY2" fmla="*/ 0 h 6842688"/>
                <a:gd name="connsiteX0" fmla="*/ 1054300 w 1722615"/>
                <a:gd name="connsiteY0" fmla="*/ 6842688 h 6842688"/>
                <a:gd name="connsiteX1" fmla="*/ 9657 w 1722615"/>
                <a:gd name="connsiteY1" fmla="*/ 3416535 h 6842688"/>
                <a:gd name="connsiteX2" fmla="*/ 1722615 w 1722615"/>
                <a:gd name="connsiteY2" fmla="*/ 0 h 6842688"/>
                <a:gd name="connsiteX0" fmla="*/ 1060731 w 1729046"/>
                <a:gd name="connsiteY0" fmla="*/ 6842688 h 6842688"/>
                <a:gd name="connsiteX1" fmla="*/ 16088 w 1729046"/>
                <a:gd name="connsiteY1" fmla="*/ 3416535 h 6842688"/>
                <a:gd name="connsiteX2" fmla="*/ 1729046 w 1729046"/>
                <a:gd name="connsiteY2" fmla="*/ 0 h 6842688"/>
                <a:gd name="connsiteX0" fmla="*/ 1061726 w 1730041"/>
                <a:gd name="connsiteY0" fmla="*/ 6842688 h 6842688"/>
                <a:gd name="connsiteX1" fmla="*/ 17083 w 1730041"/>
                <a:gd name="connsiteY1" fmla="*/ 3416535 h 6842688"/>
                <a:gd name="connsiteX2" fmla="*/ 1730041 w 1730041"/>
                <a:gd name="connsiteY2" fmla="*/ 0 h 6842688"/>
                <a:gd name="connsiteX0" fmla="*/ 1061726 w 1730041"/>
                <a:gd name="connsiteY0" fmla="*/ 6842688 h 6842688"/>
                <a:gd name="connsiteX1" fmla="*/ 17083 w 1730041"/>
                <a:gd name="connsiteY1" fmla="*/ 3416535 h 6842688"/>
                <a:gd name="connsiteX2" fmla="*/ 1730041 w 1730041"/>
                <a:gd name="connsiteY2" fmla="*/ 0 h 6842688"/>
                <a:gd name="connsiteX0" fmla="*/ 1061726 w 1730041"/>
                <a:gd name="connsiteY0" fmla="*/ 6842688 h 6842688"/>
                <a:gd name="connsiteX1" fmla="*/ 17083 w 1730041"/>
                <a:gd name="connsiteY1" fmla="*/ 3416535 h 6842688"/>
                <a:gd name="connsiteX2" fmla="*/ 1730041 w 1730041"/>
                <a:gd name="connsiteY2" fmla="*/ 0 h 6842688"/>
                <a:gd name="connsiteX0" fmla="*/ 1061726 w 1730041"/>
                <a:gd name="connsiteY0" fmla="*/ 6842688 h 6842688"/>
                <a:gd name="connsiteX1" fmla="*/ 17083 w 1730041"/>
                <a:gd name="connsiteY1" fmla="*/ 3416535 h 6842688"/>
                <a:gd name="connsiteX2" fmla="*/ 1730041 w 1730041"/>
                <a:gd name="connsiteY2" fmla="*/ 0 h 6842688"/>
                <a:gd name="connsiteX0" fmla="*/ 1061726 w 1730041"/>
                <a:gd name="connsiteY0" fmla="*/ 6842688 h 6842688"/>
                <a:gd name="connsiteX1" fmla="*/ 17083 w 1730041"/>
                <a:gd name="connsiteY1" fmla="*/ 3416535 h 6842688"/>
                <a:gd name="connsiteX2" fmla="*/ 1730041 w 1730041"/>
                <a:gd name="connsiteY2" fmla="*/ 0 h 6842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30041" h="6842688">
                  <a:moveTo>
                    <a:pt x="1061726" y="6842688"/>
                  </a:moveTo>
                  <a:cubicBezTo>
                    <a:pt x="348702" y="5778927"/>
                    <a:pt x="-94305" y="4695719"/>
                    <a:pt x="17083" y="3416535"/>
                  </a:cubicBezTo>
                  <a:cubicBezTo>
                    <a:pt x="128471" y="2137351"/>
                    <a:pt x="944138" y="717949"/>
                    <a:pt x="1730041" y="0"/>
                  </a:cubicBezTo>
                </a:path>
              </a:pathLst>
            </a:custGeom>
            <a:noFill/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sp>
          <p:nvSpPr>
            <p:cNvPr id="52" name="Forme libre 51"/>
            <p:cNvSpPr/>
            <p:nvPr userDrawn="1"/>
          </p:nvSpPr>
          <p:spPr>
            <a:xfrm>
              <a:off x="5422699" y="4728"/>
              <a:ext cx="1474866" cy="6853272"/>
            </a:xfrm>
            <a:custGeom>
              <a:avLst/>
              <a:gdLst>
                <a:gd name="connsiteX0" fmla="*/ 751243 w 1897137"/>
                <a:gd name="connsiteY0" fmla="*/ 6852213 h 6852213"/>
                <a:gd name="connsiteX1" fmla="*/ 45187 w 1897137"/>
                <a:gd name="connsiteY1" fmla="*/ 3252486 h 6852213"/>
                <a:gd name="connsiteX2" fmla="*/ 1897137 w 1897137"/>
                <a:gd name="connsiteY2" fmla="*/ 0 h 6852213"/>
                <a:gd name="connsiteX0" fmla="*/ 1271740 w 1859234"/>
                <a:gd name="connsiteY0" fmla="*/ 6833163 h 6833163"/>
                <a:gd name="connsiteX1" fmla="*/ 7284 w 1859234"/>
                <a:gd name="connsiteY1" fmla="*/ 3252486 h 6833163"/>
                <a:gd name="connsiteX2" fmla="*/ 1859234 w 1859234"/>
                <a:gd name="connsiteY2" fmla="*/ 0 h 6833163"/>
                <a:gd name="connsiteX0" fmla="*/ 1273830 w 1861324"/>
                <a:gd name="connsiteY0" fmla="*/ 6833163 h 6833163"/>
                <a:gd name="connsiteX1" fmla="*/ 9374 w 1861324"/>
                <a:gd name="connsiteY1" fmla="*/ 3252486 h 6833163"/>
                <a:gd name="connsiteX2" fmla="*/ 1861324 w 1861324"/>
                <a:gd name="connsiteY2" fmla="*/ 0 h 6833163"/>
                <a:gd name="connsiteX0" fmla="*/ 1143473 w 1730967"/>
                <a:gd name="connsiteY0" fmla="*/ 6833163 h 6833163"/>
                <a:gd name="connsiteX1" fmla="*/ 11270 w 1730967"/>
                <a:gd name="connsiteY1" fmla="*/ 3255661 h 6833163"/>
                <a:gd name="connsiteX2" fmla="*/ 1730967 w 1730967"/>
                <a:gd name="connsiteY2" fmla="*/ 0 h 6833163"/>
                <a:gd name="connsiteX0" fmla="*/ 1146245 w 1814560"/>
                <a:gd name="connsiteY0" fmla="*/ 6842688 h 6842688"/>
                <a:gd name="connsiteX1" fmla="*/ 14042 w 1814560"/>
                <a:gd name="connsiteY1" fmla="*/ 3265186 h 6842688"/>
                <a:gd name="connsiteX2" fmla="*/ 1814560 w 1814560"/>
                <a:gd name="connsiteY2" fmla="*/ 0 h 6842688"/>
                <a:gd name="connsiteX0" fmla="*/ 1146245 w 1814560"/>
                <a:gd name="connsiteY0" fmla="*/ 6842688 h 6842688"/>
                <a:gd name="connsiteX1" fmla="*/ 14042 w 1814560"/>
                <a:gd name="connsiteY1" fmla="*/ 3265186 h 6842688"/>
                <a:gd name="connsiteX2" fmla="*/ 1814560 w 1814560"/>
                <a:gd name="connsiteY2" fmla="*/ 0 h 6842688"/>
                <a:gd name="connsiteX0" fmla="*/ 1060731 w 1729046"/>
                <a:gd name="connsiteY0" fmla="*/ 6842688 h 6842688"/>
                <a:gd name="connsiteX1" fmla="*/ 16088 w 1729046"/>
                <a:gd name="connsiteY1" fmla="*/ 3416535 h 6842688"/>
                <a:gd name="connsiteX2" fmla="*/ 1729046 w 1729046"/>
                <a:gd name="connsiteY2" fmla="*/ 0 h 6842688"/>
                <a:gd name="connsiteX0" fmla="*/ 1054300 w 1722615"/>
                <a:gd name="connsiteY0" fmla="*/ 6842688 h 6842688"/>
                <a:gd name="connsiteX1" fmla="*/ 9657 w 1722615"/>
                <a:gd name="connsiteY1" fmla="*/ 3416535 h 6842688"/>
                <a:gd name="connsiteX2" fmla="*/ 1722615 w 1722615"/>
                <a:gd name="connsiteY2" fmla="*/ 0 h 6842688"/>
                <a:gd name="connsiteX0" fmla="*/ 1060731 w 1729046"/>
                <a:gd name="connsiteY0" fmla="*/ 6842688 h 6842688"/>
                <a:gd name="connsiteX1" fmla="*/ 16088 w 1729046"/>
                <a:gd name="connsiteY1" fmla="*/ 3416535 h 6842688"/>
                <a:gd name="connsiteX2" fmla="*/ 1729046 w 1729046"/>
                <a:gd name="connsiteY2" fmla="*/ 0 h 6842688"/>
                <a:gd name="connsiteX0" fmla="*/ 1061726 w 1730041"/>
                <a:gd name="connsiteY0" fmla="*/ 6842688 h 6842688"/>
                <a:gd name="connsiteX1" fmla="*/ 17083 w 1730041"/>
                <a:gd name="connsiteY1" fmla="*/ 3416535 h 6842688"/>
                <a:gd name="connsiteX2" fmla="*/ 1730041 w 1730041"/>
                <a:gd name="connsiteY2" fmla="*/ 0 h 6842688"/>
                <a:gd name="connsiteX0" fmla="*/ 1061726 w 1730041"/>
                <a:gd name="connsiteY0" fmla="*/ 6842688 h 6842688"/>
                <a:gd name="connsiteX1" fmla="*/ 17083 w 1730041"/>
                <a:gd name="connsiteY1" fmla="*/ 3416535 h 6842688"/>
                <a:gd name="connsiteX2" fmla="*/ 1730041 w 1730041"/>
                <a:gd name="connsiteY2" fmla="*/ 0 h 6842688"/>
                <a:gd name="connsiteX0" fmla="*/ 1061726 w 1730041"/>
                <a:gd name="connsiteY0" fmla="*/ 6842688 h 6842688"/>
                <a:gd name="connsiteX1" fmla="*/ 17083 w 1730041"/>
                <a:gd name="connsiteY1" fmla="*/ 3416535 h 6842688"/>
                <a:gd name="connsiteX2" fmla="*/ 1730041 w 1730041"/>
                <a:gd name="connsiteY2" fmla="*/ 0 h 6842688"/>
                <a:gd name="connsiteX0" fmla="*/ 1061726 w 1730041"/>
                <a:gd name="connsiteY0" fmla="*/ 6842688 h 6842688"/>
                <a:gd name="connsiteX1" fmla="*/ 17083 w 1730041"/>
                <a:gd name="connsiteY1" fmla="*/ 3416535 h 6842688"/>
                <a:gd name="connsiteX2" fmla="*/ 1730041 w 1730041"/>
                <a:gd name="connsiteY2" fmla="*/ 0 h 6842688"/>
                <a:gd name="connsiteX0" fmla="*/ 1061726 w 1730041"/>
                <a:gd name="connsiteY0" fmla="*/ 6842688 h 6842688"/>
                <a:gd name="connsiteX1" fmla="*/ 17083 w 1730041"/>
                <a:gd name="connsiteY1" fmla="*/ 3416535 h 6842688"/>
                <a:gd name="connsiteX2" fmla="*/ 1730041 w 1730041"/>
                <a:gd name="connsiteY2" fmla="*/ 0 h 6842688"/>
                <a:gd name="connsiteX0" fmla="*/ 1201583 w 4272315"/>
                <a:gd name="connsiteY0" fmla="*/ 6842688 h 6842688"/>
                <a:gd name="connsiteX1" fmla="*/ 156940 w 4272315"/>
                <a:gd name="connsiteY1" fmla="*/ 3416535 h 6842688"/>
                <a:gd name="connsiteX2" fmla="*/ 4272315 w 4272315"/>
                <a:gd name="connsiteY2" fmla="*/ 0 h 6842688"/>
                <a:gd name="connsiteX0" fmla="*/ 420880 w 3491612"/>
                <a:gd name="connsiteY0" fmla="*/ 6842688 h 6842688"/>
                <a:gd name="connsiteX1" fmla="*/ 521761 w 3491612"/>
                <a:gd name="connsiteY1" fmla="*/ 3196869 h 6842688"/>
                <a:gd name="connsiteX2" fmla="*/ 3491612 w 3491612"/>
                <a:gd name="connsiteY2" fmla="*/ 0 h 6842688"/>
                <a:gd name="connsiteX0" fmla="*/ 383391 w 3454123"/>
                <a:gd name="connsiteY0" fmla="*/ 6842688 h 6842688"/>
                <a:gd name="connsiteX1" fmla="*/ 484272 w 3454123"/>
                <a:gd name="connsiteY1" fmla="*/ 3196869 h 6842688"/>
                <a:gd name="connsiteX2" fmla="*/ 3454123 w 3454123"/>
                <a:gd name="connsiteY2" fmla="*/ 0 h 6842688"/>
                <a:gd name="connsiteX0" fmla="*/ 294195 w 3364927"/>
                <a:gd name="connsiteY0" fmla="*/ 6842688 h 6842688"/>
                <a:gd name="connsiteX1" fmla="*/ 395076 w 3364927"/>
                <a:gd name="connsiteY1" fmla="*/ 3196869 h 6842688"/>
                <a:gd name="connsiteX2" fmla="*/ 3364927 w 3364927"/>
                <a:gd name="connsiteY2" fmla="*/ 0 h 6842688"/>
                <a:gd name="connsiteX0" fmla="*/ 313955 w 3384687"/>
                <a:gd name="connsiteY0" fmla="*/ 6842688 h 6842688"/>
                <a:gd name="connsiteX1" fmla="*/ 414836 w 3384687"/>
                <a:gd name="connsiteY1" fmla="*/ 3196869 h 6842688"/>
                <a:gd name="connsiteX2" fmla="*/ 3384687 w 3384687"/>
                <a:gd name="connsiteY2" fmla="*/ 0 h 6842688"/>
                <a:gd name="connsiteX0" fmla="*/ 319074 w 3389806"/>
                <a:gd name="connsiteY0" fmla="*/ 6842688 h 6842688"/>
                <a:gd name="connsiteX1" fmla="*/ 419955 w 3389806"/>
                <a:gd name="connsiteY1" fmla="*/ 3196869 h 6842688"/>
                <a:gd name="connsiteX2" fmla="*/ 3389806 w 3389806"/>
                <a:gd name="connsiteY2" fmla="*/ 0 h 6842688"/>
                <a:gd name="connsiteX0" fmla="*/ 319074 w 3389806"/>
                <a:gd name="connsiteY0" fmla="*/ 6842688 h 6842688"/>
                <a:gd name="connsiteX1" fmla="*/ 419955 w 3389806"/>
                <a:gd name="connsiteY1" fmla="*/ 3196869 h 6842688"/>
                <a:gd name="connsiteX2" fmla="*/ 3389806 w 3389806"/>
                <a:gd name="connsiteY2" fmla="*/ 0 h 6842688"/>
                <a:gd name="connsiteX0" fmla="*/ 334826 w 3405558"/>
                <a:gd name="connsiteY0" fmla="*/ 6842688 h 6842688"/>
                <a:gd name="connsiteX1" fmla="*/ 435707 w 3405558"/>
                <a:gd name="connsiteY1" fmla="*/ 3196869 h 6842688"/>
                <a:gd name="connsiteX2" fmla="*/ 3405558 w 3405558"/>
                <a:gd name="connsiteY2" fmla="*/ 0 h 6842688"/>
                <a:gd name="connsiteX0" fmla="*/ 334826 w 3405558"/>
                <a:gd name="connsiteY0" fmla="*/ 6842688 h 6842688"/>
                <a:gd name="connsiteX1" fmla="*/ 435707 w 3405558"/>
                <a:gd name="connsiteY1" fmla="*/ 3196869 h 6842688"/>
                <a:gd name="connsiteX2" fmla="*/ 3405558 w 3405558"/>
                <a:gd name="connsiteY2" fmla="*/ 0 h 6842688"/>
                <a:gd name="connsiteX0" fmla="*/ 334826 w 3405558"/>
                <a:gd name="connsiteY0" fmla="*/ 6842688 h 6842688"/>
                <a:gd name="connsiteX1" fmla="*/ 435707 w 3405558"/>
                <a:gd name="connsiteY1" fmla="*/ 3196869 h 6842688"/>
                <a:gd name="connsiteX2" fmla="*/ 3405558 w 3405558"/>
                <a:gd name="connsiteY2" fmla="*/ 0 h 6842688"/>
                <a:gd name="connsiteX0" fmla="*/ 342294 w 3413026"/>
                <a:gd name="connsiteY0" fmla="*/ 6842688 h 6842688"/>
                <a:gd name="connsiteX1" fmla="*/ 443175 w 3413026"/>
                <a:gd name="connsiteY1" fmla="*/ 3196869 h 6842688"/>
                <a:gd name="connsiteX2" fmla="*/ 3413026 w 3413026"/>
                <a:gd name="connsiteY2" fmla="*/ 0 h 6842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13026" h="6842688">
                  <a:moveTo>
                    <a:pt x="342294" y="6842688"/>
                  </a:moveTo>
                  <a:cubicBezTo>
                    <a:pt x="-163901" y="5710282"/>
                    <a:pt x="-90656" y="4481474"/>
                    <a:pt x="443175" y="3196869"/>
                  </a:cubicBezTo>
                  <a:cubicBezTo>
                    <a:pt x="977006" y="1912264"/>
                    <a:pt x="2180317" y="803543"/>
                    <a:pt x="3413026" y="0"/>
                  </a:cubicBezTo>
                </a:path>
              </a:pathLst>
            </a:custGeom>
            <a:noFill/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</p:grpSp>
      <p:sp>
        <p:nvSpPr>
          <p:cNvPr id="6" name="Rectangle 1"/>
          <p:cNvSpPr/>
          <p:nvPr userDrawn="1"/>
        </p:nvSpPr>
        <p:spPr bwMode="auto">
          <a:xfrm>
            <a:off x="7335216" y="-12540"/>
            <a:ext cx="4857888" cy="6879007"/>
          </a:xfrm>
          <a:custGeom>
            <a:avLst/>
            <a:gdLst>
              <a:gd name="connsiteX0" fmla="*/ 0 w 3657600"/>
              <a:gd name="connsiteY0" fmla="*/ 0 h 5143500"/>
              <a:gd name="connsiteX1" fmla="*/ 3657600 w 3657600"/>
              <a:gd name="connsiteY1" fmla="*/ 0 h 5143500"/>
              <a:gd name="connsiteX2" fmla="*/ 3657600 w 3657600"/>
              <a:gd name="connsiteY2" fmla="*/ 5143500 h 5143500"/>
              <a:gd name="connsiteX3" fmla="*/ 0 w 3657600"/>
              <a:gd name="connsiteY3" fmla="*/ 5143500 h 5143500"/>
              <a:gd name="connsiteX4" fmla="*/ 0 w 3657600"/>
              <a:gd name="connsiteY4" fmla="*/ 0 h 5143500"/>
              <a:gd name="connsiteX0" fmla="*/ 2114550 w 3657600"/>
              <a:gd name="connsiteY0" fmla="*/ 9525 h 5143500"/>
              <a:gd name="connsiteX1" fmla="*/ 3657600 w 3657600"/>
              <a:gd name="connsiteY1" fmla="*/ 0 h 5143500"/>
              <a:gd name="connsiteX2" fmla="*/ 3657600 w 3657600"/>
              <a:gd name="connsiteY2" fmla="*/ 5143500 h 5143500"/>
              <a:gd name="connsiteX3" fmla="*/ 0 w 3657600"/>
              <a:gd name="connsiteY3" fmla="*/ 5143500 h 5143500"/>
              <a:gd name="connsiteX4" fmla="*/ 2114550 w 3657600"/>
              <a:gd name="connsiteY4" fmla="*/ 9525 h 5143500"/>
              <a:gd name="connsiteX0" fmla="*/ 1733550 w 3657600"/>
              <a:gd name="connsiteY0" fmla="*/ 9525 h 5143500"/>
              <a:gd name="connsiteX1" fmla="*/ 3657600 w 3657600"/>
              <a:gd name="connsiteY1" fmla="*/ 0 h 5143500"/>
              <a:gd name="connsiteX2" fmla="*/ 3657600 w 3657600"/>
              <a:gd name="connsiteY2" fmla="*/ 5143500 h 5143500"/>
              <a:gd name="connsiteX3" fmla="*/ 0 w 3657600"/>
              <a:gd name="connsiteY3" fmla="*/ 5143500 h 5143500"/>
              <a:gd name="connsiteX4" fmla="*/ 1733550 w 3657600"/>
              <a:gd name="connsiteY4" fmla="*/ 9525 h 5143500"/>
              <a:gd name="connsiteX0" fmla="*/ 1600200 w 3524250"/>
              <a:gd name="connsiteY0" fmla="*/ 9525 h 5143500"/>
              <a:gd name="connsiteX1" fmla="*/ 3524250 w 3524250"/>
              <a:gd name="connsiteY1" fmla="*/ 0 h 5143500"/>
              <a:gd name="connsiteX2" fmla="*/ 3524250 w 3524250"/>
              <a:gd name="connsiteY2" fmla="*/ 5143500 h 5143500"/>
              <a:gd name="connsiteX3" fmla="*/ 0 w 3524250"/>
              <a:gd name="connsiteY3" fmla="*/ 5143500 h 5143500"/>
              <a:gd name="connsiteX4" fmla="*/ 1600200 w 3524250"/>
              <a:gd name="connsiteY4" fmla="*/ 9525 h 5143500"/>
              <a:gd name="connsiteX0" fmla="*/ 1687405 w 3611455"/>
              <a:gd name="connsiteY0" fmla="*/ 9525 h 5143500"/>
              <a:gd name="connsiteX1" fmla="*/ 3611455 w 3611455"/>
              <a:gd name="connsiteY1" fmla="*/ 0 h 5143500"/>
              <a:gd name="connsiteX2" fmla="*/ 3611455 w 3611455"/>
              <a:gd name="connsiteY2" fmla="*/ 5143500 h 5143500"/>
              <a:gd name="connsiteX3" fmla="*/ 87205 w 3611455"/>
              <a:gd name="connsiteY3" fmla="*/ 5143500 h 5143500"/>
              <a:gd name="connsiteX4" fmla="*/ 1687405 w 3611455"/>
              <a:gd name="connsiteY4" fmla="*/ 9525 h 5143500"/>
              <a:gd name="connsiteX0" fmla="*/ 1685374 w 3609424"/>
              <a:gd name="connsiteY0" fmla="*/ 9525 h 5143500"/>
              <a:gd name="connsiteX1" fmla="*/ 3609424 w 3609424"/>
              <a:gd name="connsiteY1" fmla="*/ 0 h 5143500"/>
              <a:gd name="connsiteX2" fmla="*/ 3609424 w 3609424"/>
              <a:gd name="connsiteY2" fmla="*/ 5143500 h 5143500"/>
              <a:gd name="connsiteX3" fmla="*/ 85174 w 3609424"/>
              <a:gd name="connsiteY3" fmla="*/ 5143500 h 5143500"/>
              <a:gd name="connsiteX4" fmla="*/ 1685374 w 3609424"/>
              <a:gd name="connsiteY4" fmla="*/ 9525 h 5143500"/>
              <a:gd name="connsiteX0" fmla="*/ 1671927 w 3595977"/>
              <a:gd name="connsiteY0" fmla="*/ 9525 h 5143500"/>
              <a:gd name="connsiteX1" fmla="*/ 3595977 w 3595977"/>
              <a:gd name="connsiteY1" fmla="*/ 0 h 5143500"/>
              <a:gd name="connsiteX2" fmla="*/ 3595977 w 3595977"/>
              <a:gd name="connsiteY2" fmla="*/ 5143500 h 5143500"/>
              <a:gd name="connsiteX3" fmla="*/ 71727 w 3595977"/>
              <a:gd name="connsiteY3" fmla="*/ 5143500 h 5143500"/>
              <a:gd name="connsiteX4" fmla="*/ 1671927 w 3595977"/>
              <a:gd name="connsiteY4" fmla="*/ 9525 h 5143500"/>
              <a:gd name="connsiteX0" fmla="*/ 1696573 w 3620623"/>
              <a:gd name="connsiteY0" fmla="*/ 9525 h 5143500"/>
              <a:gd name="connsiteX1" fmla="*/ 3620623 w 3620623"/>
              <a:gd name="connsiteY1" fmla="*/ 0 h 5143500"/>
              <a:gd name="connsiteX2" fmla="*/ 3620623 w 3620623"/>
              <a:gd name="connsiteY2" fmla="*/ 5143500 h 5143500"/>
              <a:gd name="connsiteX3" fmla="*/ 96373 w 3620623"/>
              <a:gd name="connsiteY3" fmla="*/ 5143500 h 5143500"/>
              <a:gd name="connsiteX4" fmla="*/ 1696573 w 3620623"/>
              <a:gd name="connsiteY4" fmla="*/ 9525 h 5143500"/>
              <a:gd name="connsiteX0" fmla="*/ 1714885 w 3638935"/>
              <a:gd name="connsiteY0" fmla="*/ 9525 h 5143500"/>
              <a:gd name="connsiteX1" fmla="*/ 3638935 w 3638935"/>
              <a:gd name="connsiteY1" fmla="*/ 0 h 5143500"/>
              <a:gd name="connsiteX2" fmla="*/ 3638935 w 3638935"/>
              <a:gd name="connsiteY2" fmla="*/ 5143500 h 5143500"/>
              <a:gd name="connsiteX3" fmla="*/ 114685 w 3638935"/>
              <a:gd name="connsiteY3" fmla="*/ 5143500 h 5143500"/>
              <a:gd name="connsiteX4" fmla="*/ 1714885 w 3638935"/>
              <a:gd name="connsiteY4" fmla="*/ 9525 h 5143500"/>
              <a:gd name="connsiteX0" fmla="*/ 1718138 w 3642188"/>
              <a:gd name="connsiteY0" fmla="*/ 9525 h 5143500"/>
              <a:gd name="connsiteX1" fmla="*/ 3642188 w 3642188"/>
              <a:gd name="connsiteY1" fmla="*/ 0 h 5143500"/>
              <a:gd name="connsiteX2" fmla="*/ 3642188 w 3642188"/>
              <a:gd name="connsiteY2" fmla="*/ 5143500 h 5143500"/>
              <a:gd name="connsiteX3" fmla="*/ 117938 w 3642188"/>
              <a:gd name="connsiteY3" fmla="*/ 5143500 h 5143500"/>
              <a:gd name="connsiteX4" fmla="*/ 1718138 w 3642188"/>
              <a:gd name="connsiteY4" fmla="*/ 9525 h 5143500"/>
              <a:gd name="connsiteX0" fmla="*/ 1729957 w 3654007"/>
              <a:gd name="connsiteY0" fmla="*/ 9525 h 5149850"/>
              <a:gd name="connsiteX1" fmla="*/ 3654007 w 3654007"/>
              <a:gd name="connsiteY1" fmla="*/ 0 h 5149850"/>
              <a:gd name="connsiteX2" fmla="*/ 3654007 w 3654007"/>
              <a:gd name="connsiteY2" fmla="*/ 5143500 h 5149850"/>
              <a:gd name="connsiteX3" fmla="*/ 117057 w 3654007"/>
              <a:gd name="connsiteY3" fmla="*/ 5149850 h 5149850"/>
              <a:gd name="connsiteX4" fmla="*/ 1729957 w 3654007"/>
              <a:gd name="connsiteY4" fmla="*/ 9525 h 5149850"/>
              <a:gd name="connsiteX0" fmla="*/ 1652638 w 3576688"/>
              <a:gd name="connsiteY0" fmla="*/ 9525 h 5149850"/>
              <a:gd name="connsiteX1" fmla="*/ 3576688 w 3576688"/>
              <a:gd name="connsiteY1" fmla="*/ 0 h 5149850"/>
              <a:gd name="connsiteX2" fmla="*/ 3576688 w 3576688"/>
              <a:gd name="connsiteY2" fmla="*/ 5143500 h 5149850"/>
              <a:gd name="connsiteX3" fmla="*/ 39738 w 3576688"/>
              <a:gd name="connsiteY3" fmla="*/ 5149850 h 5149850"/>
              <a:gd name="connsiteX4" fmla="*/ 1652638 w 3576688"/>
              <a:gd name="connsiteY4" fmla="*/ 9525 h 5149850"/>
              <a:gd name="connsiteX0" fmla="*/ 1715094 w 3639144"/>
              <a:gd name="connsiteY0" fmla="*/ 9525 h 5149850"/>
              <a:gd name="connsiteX1" fmla="*/ 3639144 w 3639144"/>
              <a:gd name="connsiteY1" fmla="*/ 0 h 5149850"/>
              <a:gd name="connsiteX2" fmla="*/ 3639144 w 3639144"/>
              <a:gd name="connsiteY2" fmla="*/ 5143500 h 5149850"/>
              <a:gd name="connsiteX3" fmla="*/ 102194 w 3639144"/>
              <a:gd name="connsiteY3" fmla="*/ 5149850 h 5149850"/>
              <a:gd name="connsiteX4" fmla="*/ 1715094 w 3639144"/>
              <a:gd name="connsiteY4" fmla="*/ 9525 h 5149850"/>
              <a:gd name="connsiteX0" fmla="*/ 1709147 w 3639547"/>
              <a:gd name="connsiteY0" fmla="*/ 0 h 5165725"/>
              <a:gd name="connsiteX1" fmla="*/ 3639547 w 3639547"/>
              <a:gd name="connsiteY1" fmla="*/ 15875 h 5165725"/>
              <a:gd name="connsiteX2" fmla="*/ 3639547 w 3639547"/>
              <a:gd name="connsiteY2" fmla="*/ 5159375 h 5165725"/>
              <a:gd name="connsiteX3" fmla="*/ 102597 w 3639547"/>
              <a:gd name="connsiteY3" fmla="*/ 5165725 h 5165725"/>
              <a:gd name="connsiteX4" fmla="*/ 1709147 w 3639547"/>
              <a:gd name="connsiteY4" fmla="*/ 0 h 5165725"/>
              <a:gd name="connsiteX0" fmla="*/ 1701671 w 3632071"/>
              <a:gd name="connsiteY0" fmla="*/ 0 h 5165725"/>
              <a:gd name="connsiteX1" fmla="*/ 3632071 w 3632071"/>
              <a:gd name="connsiteY1" fmla="*/ 15875 h 5165725"/>
              <a:gd name="connsiteX2" fmla="*/ 3632071 w 3632071"/>
              <a:gd name="connsiteY2" fmla="*/ 5159375 h 5165725"/>
              <a:gd name="connsiteX3" fmla="*/ 95121 w 3632071"/>
              <a:gd name="connsiteY3" fmla="*/ 5165725 h 5165725"/>
              <a:gd name="connsiteX4" fmla="*/ 1701671 w 3632071"/>
              <a:gd name="connsiteY4" fmla="*/ 0 h 5165725"/>
              <a:gd name="connsiteX0" fmla="*/ 1705460 w 3635860"/>
              <a:gd name="connsiteY0" fmla="*/ 0 h 5165725"/>
              <a:gd name="connsiteX1" fmla="*/ 3635860 w 3635860"/>
              <a:gd name="connsiteY1" fmla="*/ 15875 h 5165725"/>
              <a:gd name="connsiteX2" fmla="*/ 3635860 w 3635860"/>
              <a:gd name="connsiteY2" fmla="*/ 5159375 h 5165725"/>
              <a:gd name="connsiteX3" fmla="*/ 98910 w 3635860"/>
              <a:gd name="connsiteY3" fmla="*/ 5165725 h 5165725"/>
              <a:gd name="connsiteX4" fmla="*/ 1705460 w 3635860"/>
              <a:gd name="connsiteY4" fmla="*/ 0 h 5165725"/>
              <a:gd name="connsiteX0" fmla="*/ 1711650 w 3642050"/>
              <a:gd name="connsiteY0" fmla="*/ 0 h 5165725"/>
              <a:gd name="connsiteX1" fmla="*/ 3642050 w 3642050"/>
              <a:gd name="connsiteY1" fmla="*/ 15875 h 5165725"/>
              <a:gd name="connsiteX2" fmla="*/ 3642050 w 3642050"/>
              <a:gd name="connsiteY2" fmla="*/ 5159375 h 5165725"/>
              <a:gd name="connsiteX3" fmla="*/ 105100 w 3642050"/>
              <a:gd name="connsiteY3" fmla="*/ 5165725 h 5165725"/>
              <a:gd name="connsiteX4" fmla="*/ 1711650 w 3642050"/>
              <a:gd name="connsiteY4" fmla="*/ 0 h 5165725"/>
              <a:gd name="connsiteX0" fmla="*/ 1703561 w 3642587"/>
              <a:gd name="connsiteY0" fmla="*/ 0 h 5159255"/>
              <a:gd name="connsiteX1" fmla="*/ 3642587 w 3642587"/>
              <a:gd name="connsiteY1" fmla="*/ 9405 h 5159255"/>
              <a:gd name="connsiteX2" fmla="*/ 3642587 w 3642587"/>
              <a:gd name="connsiteY2" fmla="*/ 5152905 h 5159255"/>
              <a:gd name="connsiteX3" fmla="*/ 105637 w 3642587"/>
              <a:gd name="connsiteY3" fmla="*/ 5159255 h 5159255"/>
              <a:gd name="connsiteX4" fmla="*/ 1703561 w 3642587"/>
              <a:gd name="connsiteY4" fmla="*/ 0 h 5159255"/>
              <a:gd name="connsiteX0" fmla="*/ 1703561 w 3642587"/>
              <a:gd name="connsiteY0" fmla="*/ 0 h 5159255"/>
              <a:gd name="connsiteX1" fmla="*/ 3633961 w 3642587"/>
              <a:gd name="connsiteY1" fmla="*/ 2936 h 5159255"/>
              <a:gd name="connsiteX2" fmla="*/ 3642587 w 3642587"/>
              <a:gd name="connsiteY2" fmla="*/ 5152905 h 5159255"/>
              <a:gd name="connsiteX3" fmla="*/ 105637 w 3642587"/>
              <a:gd name="connsiteY3" fmla="*/ 5159255 h 5159255"/>
              <a:gd name="connsiteX4" fmla="*/ 1703561 w 3642587"/>
              <a:gd name="connsiteY4" fmla="*/ 0 h 5159255"/>
              <a:gd name="connsiteX0" fmla="*/ 1703561 w 3643416"/>
              <a:gd name="connsiteY0" fmla="*/ 0 h 5159255"/>
              <a:gd name="connsiteX1" fmla="*/ 3642587 w 3643416"/>
              <a:gd name="connsiteY1" fmla="*/ 2936 h 5159255"/>
              <a:gd name="connsiteX2" fmla="*/ 3642587 w 3643416"/>
              <a:gd name="connsiteY2" fmla="*/ 5152905 h 5159255"/>
              <a:gd name="connsiteX3" fmla="*/ 105637 w 3643416"/>
              <a:gd name="connsiteY3" fmla="*/ 5159255 h 5159255"/>
              <a:gd name="connsiteX4" fmla="*/ 1703561 w 3643416"/>
              <a:gd name="connsiteY4" fmla="*/ 0 h 5159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43416" h="5159255">
                <a:moveTo>
                  <a:pt x="1703561" y="0"/>
                </a:moveTo>
                <a:lnTo>
                  <a:pt x="3642587" y="2936"/>
                </a:lnTo>
                <a:cubicBezTo>
                  <a:pt x="3645462" y="1719592"/>
                  <a:pt x="3639712" y="3436249"/>
                  <a:pt x="3642587" y="5152905"/>
                </a:cubicBezTo>
                <a:lnTo>
                  <a:pt x="105637" y="5159255"/>
                </a:lnTo>
                <a:cubicBezTo>
                  <a:pt x="-373788" y="2698630"/>
                  <a:pt x="887586" y="796925"/>
                  <a:pt x="1703561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AU" sz="1800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auto">
          <a:xfrm>
            <a:off x="6320222" y="1559413"/>
            <a:ext cx="5325101" cy="3756903"/>
          </a:xfrm>
          <a:custGeom>
            <a:avLst/>
            <a:gdLst>
              <a:gd name="connsiteX0" fmla="*/ 0 w 2871788"/>
              <a:gd name="connsiteY0" fmla="*/ 0 h 3617912"/>
              <a:gd name="connsiteX1" fmla="*/ 2871788 w 2871788"/>
              <a:gd name="connsiteY1" fmla="*/ 0 h 3617912"/>
              <a:gd name="connsiteX2" fmla="*/ 2871788 w 2871788"/>
              <a:gd name="connsiteY2" fmla="*/ 3617912 h 3617912"/>
              <a:gd name="connsiteX3" fmla="*/ 0 w 2871788"/>
              <a:gd name="connsiteY3" fmla="*/ 3617912 h 3617912"/>
              <a:gd name="connsiteX4" fmla="*/ 0 w 2871788"/>
              <a:gd name="connsiteY4" fmla="*/ 0 h 3617912"/>
              <a:gd name="connsiteX0" fmla="*/ 0 w 2871788"/>
              <a:gd name="connsiteY0" fmla="*/ 0 h 3883583"/>
              <a:gd name="connsiteX1" fmla="*/ 2871788 w 2871788"/>
              <a:gd name="connsiteY1" fmla="*/ 0 h 3883583"/>
              <a:gd name="connsiteX2" fmla="*/ 2871788 w 2871788"/>
              <a:gd name="connsiteY2" fmla="*/ 3883583 h 3883583"/>
              <a:gd name="connsiteX3" fmla="*/ 0 w 2871788"/>
              <a:gd name="connsiteY3" fmla="*/ 3617912 h 3883583"/>
              <a:gd name="connsiteX4" fmla="*/ 0 w 2871788"/>
              <a:gd name="connsiteY4" fmla="*/ 0 h 3883583"/>
              <a:gd name="connsiteX0" fmla="*/ 0 w 2871788"/>
              <a:gd name="connsiteY0" fmla="*/ 0 h 3883583"/>
              <a:gd name="connsiteX1" fmla="*/ 2871788 w 2871788"/>
              <a:gd name="connsiteY1" fmla="*/ 0 h 3883583"/>
              <a:gd name="connsiteX2" fmla="*/ 2871788 w 2871788"/>
              <a:gd name="connsiteY2" fmla="*/ 3883583 h 3883583"/>
              <a:gd name="connsiteX3" fmla="*/ 0 w 2871788"/>
              <a:gd name="connsiteY3" fmla="*/ 3716766 h 3883583"/>
              <a:gd name="connsiteX4" fmla="*/ 0 w 2871788"/>
              <a:gd name="connsiteY4" fmla="*/ 0 h 3883583"/>
              <a:gd name="connsiteX0" fmla="*/ 0 w 2871788"/>
              <a:gd name="connsiteY0" fmla="*/ 0 h 3930717"/>
              <a:gd name="connsiteX1" fmla="*/ 2871788 w 2871788"/>
              <a:gd name="connsiteY1" fmla="*/ 0 h 3930717"/>
              <a:gd name="connsiteX2" fmla="*/ 2871788 w 2871788"/>
              <a:gd name="connsiteY2" fmla="*/ 3930717 h 3930717"/>
              <a:gd name="connsiteX3" fmla="*/ 0 w 2871788"/>
              <a:gd name="connsiteY3" fmla="*/ 3716766 h 3930717"/>
              <a:gd name="connsiteX4" fmla="*/ 0 w 2871788"/>
              <a:gd name="connsiteY4" fmla="*/ 0 h 3930717"/>
              <a:gd name="connsiteX0" fmla="*/ 6724 w 2878512"/>
              <a:gd name="connsiteY0" fmla="*/ 0 h 3931919"/>
              <a:gd name="connsiteX1" fmla="*/ 2878512 w 2878512"/>
              <a:gd name="connsiteY1" fmla="*/ 0 h 3931919"/>
              <a:gd name="connsiteX2" fmla="*/ 2878512 w 2878512"/>
              <a:gd name="connsiteY2" fmla="*/ 3930717 h 3931919"/>
              <a:gd name="connsiteX3" fmla="*/ 0 w 2878512"/>
              <a:gd name="connsiteY3" fmla="*/ 3931919 h 3931919"/>
              <a:gd name="connsiteX4" fmla="*/ 6724 w 2878512"/>
              <a:gd name="connsiteY4" fmla="*/ 0 h 3931919"/>
              <a:gd name="connsiteX0" fmla="*/ 6724 w 2878512"/>
              <a:gd name="connsiteY0" fmla="*/ 0 h 3931919"/>
              <a:gd name="connsiteX1" fmla="*/ 2878512 w 2878512"/>
              <a:gd name="connsiteY1" fmla="*/ 0 h 3931919"/>
              <a:gd name="connsiteX2" fmla="*/ 2878512 w 2878512"/>
              <a:gd name="connsiteY2" fmla="*/ 3930717 h 3931919"/>
              <a:gd name="connsiteX3" fmla="*/ 0 w 2878512"/>
              <a:gd name="connsiteY3" fmla="*/ 3931919 h 3931919"/>
              <a:gd name="connsiteX4" fmla="*/ 6724 w 2878512"/>
              <a:gd name="connsiteY4" fmla="*/ 0 h 3931919"/>
              <a:gd name="connsiteX0" fmla="*/ 232246 w 3104034"/>
              <a:gd name="connsiteY0" fmla="*/ 0 h 3938217"/>
              <a:gd name="connsiteX1" fmla="*/ 3104034 w 3104034"/>
              <a:gd name="connsiteY1" fmla="*/ 0 h 3938217"/>
              <a:gd name="connsiteX2" fmla="*/ 3104034 w 3104034"/>
              <a:gd name="connsiteY2" fmla="*/ 3930717 h 3938217"/>
              <a:gd name="connsiteX3" fmla="*/ 0 w 3104034"/>
              <a:gd name="connsiteY3" fmla="*/ 3938217 h 3938217"/>
              <a:gd name="connsiteX4" fmla="*/ 232246 w 3104034"/>
              <a:gd name="connsiteY4" fmla="*/ 0 h 3938217"/>
              <a:gd name="connsiteX0" fmla="*/ 232246 w 3104034"/>
              <a:gd name="connsiteY0" fmla="*/ 0 h 3938217"/>
              <a:gd name="connsiteX1" fmla="*/ 3104034 w 3104034"/>
              <a:gd name="connsiteY1" fmla="*/ 0 h 3938217"/>
              <a:gd name="connsiteX2" fmla="*/ 3104034 w 3104034"/>
              <a:gd name="connsiteY2" fmla="*/ 3930717 h 3938217"/>
              <a:gd name="connsiteX3" fmla="*/ 0 w 3104034"/>
              <a:gd name="connsiteY3" fmla="*/ 3938217 h 3938217"/>
              <a:gd name="connsiteX4" fmla="*/ 232246 w 3104034"/>
              <a:gd name="connsiteY4" fmla="*/ 0 h 3938217"/>
              <a:gd name="connsiteX0" fmla="*/ 232246 w 3104034"/>
              <a:gd name="connsiteY0" fmla="*/ 0 h 3938217"/>
              <a:gd name="connsiteX1" fmla="*/ 3104034 w 3104034"/>
              <a:gd name="connsiteY1" fmla="*/ 0 h 3938217"/>
              <a:gd name="connsiteX2" fmla="*/ 3104034 w 3104034"/>
              <a:gd name="connsiteY2" fmla="*/ 3930717 h 3938217"/>
              <a:gd name="connsiteX3" fmla="*/ 0 w 3104034"/>
              <a:gd name="connsiteY3" fmla="*/ 3938217 h 3938217"/>
              <a:gd name="connsiteX4" fmla="*/ 232246 w 3104034"/>
              <a:gd name="connsiteY4" fmla="*/ 0 h 3938217"/>
              <a:gd name="connsiteX0" fmla="*/ 239295 w 3104034"/>
              <a:gd name="connsiteY0" fmla="*/ 97081 h 3938217"/>
              <a:gd name="connsiteX1" fmla="*/ 3104034 w 3104034"/>
              <a:gd name="connsiteY1" fmla="*/ 0 h 3938217"/>
              <a:gd name="connsiteX2" fmla="*/ 3104034 w 3104034"/>
              <a:gd name="connsiteY2" fmla="*/ 3930717 h 3938217"/>
              <a:gd name="connsiteX3" fmla="*/ 0 w 3104034"/>
              <a:gd name="connsiteY3" fmla="*/ 3938217 h 3938217"/>
              <a:gd name="connsiteX4" fmla="*/ 239295 w 3104034"/>
              <a:gd name="connsiteY4" fmla="*/ 97081 h 3938217"/>
              <a:gd name="connsiteX0" fmla="*/ 239295 w 3104034"/>
              <a:gd name="connsiteY0" fmla="*/ 97081 h 3938217"/>
              <a:gd name="connsiteX1" fmla="*/ 3104034 w 3104034"/>
              <a:gd name="connsiteY1" fmla="*/ 0 h 3938217"/>
              <a:gd name="connsiteX2" fmla="*/ 3104034 w 3104034"/>
              <a:gd name="connsiteY2" fmla="*/ 3930717 h 3938217"/>
              <a:gd name="connsiteX3" fmla="*/ 0 w 3104034"/>
              <a:gd name="connsiteY3" fmla="*/ 3938217 h 3938217"/>
              <a:gd name="connsiteX4" fmla="*/ 239295 w 3104034"/>
              <a:gd name="connsiteY4" fmla="*/ 97081 h 3938217"/>
              <a:gd name="connsiteX0" fmla="*/ 239295 w 3104034"/>
              <a:gd name="connsiteY0" fmla="*/ 97081 h 3938217"/>
              <a:gd name="connsiteX1" fmla="*/ 3104034 w 3104034"/>
              <a:gd name="connsiteY1" fmla="*/ 0 h 3938217"/>
              <a:gd name="connsiteX2" fmla="*/ 3104034 w 3104034"/>
              <a:gd name="connsiteY2" fmla="*/ 3930717 h 3938217"/>
              <a:gd name="connsiteX3" fmla="*/ 0 w 3104034"/>
              <a:gd name="connsiteY3" fmla="*/ 3938217 h 3938217"/>
              <a:gd name="connsiteX4" fmla="*/ 239295 w 3104034"/>
              <a:gd name="connsiteY4" fmla="*/ 97081 h 3938217"/>
              <a:gd name="connsiteX0" fmla="*/ 394341 w 3104034"/>
              <a:gd name="connsiteY0" fmla="*/ 97081 h 3938217"/>
              <a:gd name="connsiteX1" fmla="*/ 3104034 w 3104034"/>
              <a:gd name="connsiteY1" fmla="*/ 0 h 3938217"/>
              <a:gd name="connsiteX2" fmla="*/ 3104034 w 3104034"/>
              <a:gd name="connsiteY2" fmla="*/ 3930717 h 3938217"/>
              <a:gd name="connsiteX3" fmla="*/ 0 w 3104034"/>
              <a:gd name="connsiteY3" fmla="*/ 3938217 h 3938217"/>
              <a:gd name="connsiteX4" fmla="*/ 394341 w 3104034"/>
              <a:gd name="connsiteY4" fmla="*/ 97081 h 3938217"/>
              <a:gd name="connsiteX0" fmla="*/ 443673 w 3104034"/>
              <a:gd name="connsiteY0" fmla="*/ 103553 h 3938217"/>
              <a:gd name="connsiteX1" fmla="*/ 3104034 w 3104034"/>
              <a:gd name="connsiteY1" fmla="*/ 0 h 3938217"/>
              <a:gd name="connsiteX2" fmla="*/ 3104034 w 3104034"/>
              <a:gd name="connsiteY2" fmla="*/ 3930717 h 3938217"/>
              <a:gd name="connsiteX3" fmla="*/ 0 w 3104034"/>
              <a:gd name="connsiteY3" fmla="*/ 3938217 h 3938217"/>
              <a:gd name="connsiteX4" fmla="*/ 443673 w 3104034"/>
              <a:gd name="connsiteY4" fmla="*/ 103553 h 3938217"/>
              <a:gd name="connsiteX0" fmla="*/ 443673 w 3104034"/>
              <a:gd name="connsiteY0" fmla="*/ 103553 h 3938217"/>
              <a:gd name="connsiteX1" fmla="*/ 3104034 w 3104034"/>
              <a:gd name="connsiteY1" fmla="*/ 0 h 3938217"/>
              <a:gd name="connsiteX2" fmla="*/ 3104034 w 3104034"/>
              <a:gd name="connsiteY2" fmla="*/ 3930717 h 3938217"/>
              <a:gd name="connsiteX3" fmla="*/ 0 w 3104034"/>
              <a:gd name="connsiteY3" fmla="*/ 3938217 h 3938217"/>
              <a:gd name="connsiteX4" fmla="*/ 443673 w 3104034"/>
              <a:gd name="connsiteY4" fmla="*/ 103553 h 3938217"/>
              <a:gd name="connsiteX0" fmla="*/ 443673 w 3104034"/>
              <a:gd name="connsiteY0" fmla="*/ 0 h 3834664"/>
              <a:gd name="connsiteX1" fmla="*/ 3104034 w 3104034"/>
              <a:gd name="connsiteY1" fmla="*/ 0 h 3834664"/>
              <a:gd name="connsiteX2" fmla="*/ 3104034 w 3104034"/>
              <a:gd name="connsiteY2" fmla="*/ 3827164 h 3834664"/>
              <a:gd name="connsiteX3" fmla="*/ 0 w 3104034"/>
              <a:gd name="connsiteY3" fmla="*/ 3834664 h 3834664"/>
              <a:gd name="connsiteX4" fmla="*/ 443673 w 3104034"/>
              <a:gd name="connsiteY4" fmla="*/ 0 h 3834664"/>
              <a:gd name="connsiteX0" fmla="*/ 443673 w 3104034"/>
              <a:gd name="connsiteY0" fmla="*/ 0 h 3834664"/>
              <a:gd name="connsiteX1" fmla="*/ 3104034 w 3104034"/>
              <a:gd name="connsiteY1" fmla="*/ 0 h 3834664"/>
              <a:gd name="connsiteX2" fmla="*/ 3104034 w 3104034"/>
              <a:gd name="connsiteY2" fmla="*/ 3827164 h 3834664"/>
              <a:gd name="connsiteX3" fmla="*/ 0 w 3104034"/>
              <a:gd name="connsiteY3" fmla="*/ 3834664 h 3834664"/>
              <a:gd name="connsiteX4" fmla="*/ 443673 w 3104034"/>
              <a:gd name="connsiteY4" fmla="*/ 0 h 3834664"/>
              <a:gd name="connsiteX0" fmla="*/ 464021 w 3124382"/>
              <a:gd name="connsiteY0" fmla="*/ 0 h 4009409"/>
              <a:gd name="connsiteX1" fmla="*/ 3124382 w 3124382"/>
              <a:gd name="connsiteY1" fmla="*/ 0 h 4009409"/>
              <a:gd name="connsiteX2" fmla="*/ 3124382 w 3124382"/>
              <a:gd name="connsiteY2" fmla="*/ 3827164 h 4009409"/>
              <a:gd name="connsiteX3" fmla="*/ 0 w 3124382"/>
              <a:gd name="connsiteY3" fmla="*/ 4009409 h 4009409"/>
              <a:gd name="connsiteX4" fmla="*/ 464021 w 3124382"/>
              <a:gd name="connsiteY4" fmla="*/ 0 h 4009409"/>
              <a:gd name="connsiteX0" fmla="*/ 464021 w 3131164"/>
              <a:gd name="connsiteY0" fmla="*/ 0 h 4009409"/>
              <a:gd name="connsiteX1" fmla="*/ 3124382 w 3131164"/>
              <a:gd name="connsiteY1" fmla="*/ 0 h 4009409"/>
              <a:gd name="connsiteX2" fmla="*/ 3131164 w 3131164"/>
              <a:gd name="connsiteY2" fmla="*/ 4008382 h 4009409"/>
              <a:gd name="connsiteX3" fmla="*/ 0 w 3131164"/>
              <a:gd name="connsiteY3" fmla="*/ 4009409 h 4009409"/>
              <a:gd name="connsiteX4" fmla="*/ 464021 w 3131164"/>
              <a:gd name="connsiteY4" fmla="*/ 0 h 4009409"/>
              <a:gd name="connsiteX0" fmla="*/ 464021 w 3131164"/>
              <a:gd name="connsiteY0" fmla="*/ 0 h 4009409"/>
              <a:gd name="connsiteX1" fmla="*/ 3124382 w 3131164"/>
              <a:gd name="connsiteY1" fmla="*/ 0 h 4009409"/>
              <a:gd name="connsiteX2" fmla="*/ 3131164 w 3131164"/>
              <a:gd name="connsiteY2" fmla="*/ 4008382 h 4009409"/>
              <a:gd name="connsiteX3" fmla="*/ 0 w 3131164"/>
              <a:gd name="connsiteY3" fmla="*/ 4009409 h 4009409"/>
              <a:gd name="connsiteX4" fmla="*/ 464021 w 3131164"/>
              <a:gd name="connsiteY4" fmla="*/ 0 h 4009409"/>
              <a:gd name="connsiteX0" fmla="*/ 464021 w 3131164"/>
              <a:gd name="connsiteY0" fmla="*/ 0 h 4009409"/>
              <a:gd name="connsiteX1" fmla="*/ 3124382 w 3131164"/>
              <a:gd name="connsiteY1" fmla="*/ 0 h 4009409"/>
              <a:gd name="connsiteX2" fmla="*/ 3131164 w 3131164"/>
              <a:gd name="connsiteY2" fmla="*/ 4008382 h 4009409"/>
              <a:gd name="connsiteX3" fmla="*/ 0 w 3131164"/>
              <a:gd name="connsiteY3" fmla="*/ 4009409 h 4009409"/>
              <a:gd name="connsiteX4" fmla="*/ 464021 w 3131164"/>
              <a:gd name="connsiteY4" fmla="*/ 0 h 4009409"/>
              <a:gd name="connsiteX0" fmla="*/ 29946 w 3131164"/>
              <a:gd name="connsiteY0" fmla="*/ 0 h 4009409"/>
              <a:gd name="connsiteX1" fmla="*/ 3124382 w 3131164"/>
              <a:gd name="connsiteY1" fmla="*/ 0 h 4009409"/>
              <a:gd name="connsiteX2" fmla="*/ 3131164 w 3131164"/>
              <a:gd name="connsiteY2" fmla="*/ 4008382 h 4009409"/>
              <a:gd name="connsiteX3" fmla="*/ 0 w 3131164"/>
              <a:gd name="connsiteY3" fmla="*/ 4009409 h 4009409"/>
              <a:gd name="connsiteX4" fmla="*/ 29946 w 3131164"/>
              <a:gd name="connsiteY4" fmla="*/ 0 h 4009409"/>
              <a:gd name="connsiteX0" fmla="*/ 9599 w 3131164"/>
              <a:gd name="connsiteY0" fmla="*/ 0 h 4009409"/>
              <a:gd name="connsiteX1" fmla="*/ 3124382 w 3131164"/>
              <a:gd name="connsiteY1" fmla="*/ 0 h 4009409"/>
              <a:gd name="connsiteX2" fmla="*/ 3131164 w 3131164"/>
              <a:gd name="connsiteY2" fmla="*/ 4008382 h 4009409"/>
              <a:gd name="connsiteX3" fmla="*/ 0 w 3131164"/>
              <a:gd name="connsiteY3" fmla="*/ 4009409 h 4009409"/>
              <a:gd name="connsiteX4" fmla="*/ 9599 w 3131164"/>
              <a:gd name="connsiteY4" fmla="*/ 0 h 4009409"/>
              <a:gd name="connsiteX0" fmla="*/ 399 w 3142312"/>
              <a:gd name="connsiteY0" fmla="*/ 0 h 4009409"/>
              <a:gd name="connsiteX1" fmla="*/ 3135530 w 3142312"/>
              <a:gd name="connsiteY1" fmla="*/ 0 h 4009409"/>
              <a:gd name="connsiteX2" fmla="*/ 3142312 w 3142312"/>
              <a:gd name="connsiteY2" fmla="*/ 4008382 h 4009409"/>
              <a:gd name="connsiteX3" fmla="*/ 11148 w 3142312"/>
              <a:gd name="connsiteY3" fmla="*/ 4009409 h 4009409"/>
              <a:gd name="connsiteX4" fmla="*/ 399 w 3142312"/>
              <a:gd name="connsiteY4" fmla="*/ 0 h 4009409"/>
              <a:gd name="connsiteX0" fmla="*/ 622 w 3135753"/>
              <a:gd name="connsiteY0" fmla="*/ 0 h 4009409"/>
              <a:gd name="connsiteX1" fmla="*/ 3128971 w 3135753"/>
              <a:gd name="connsiteY1" fmla="*/ 0 h 4009409"/>
              <a:gd name="connsiteX2" fmla="*/ 3135753 w 3135753"/>
              <a:gd name="connsiteY2" fmla="*/ 4008382 h 4009409"/>
              <a:gd name="connsiteX3" fmla="*/ 4589 w 3135753"/>
              <a:gd name="connsiteY3" fmla="*/ 4009409 h 4009409"/>
              <a:gd name="connsiteX4" fmla="*/ 622 w 3135753"/>
              <a:gd name="connsiteY4" fmla="*/ 0 h 4009409"/>
              <a:gd name="connsiteX0" fmla="*/ 0 w 3135131"/>
              <a:gd name="connsiteY0" fmla="*/ 0 h 4009409"/>
              <a:gd name="connsiteX1" fmla="*/ 3128349 w 3135131"/>
              <a:gd name="connsiteY1" fmla="*/ 0 h 4009409"/>
              <a:gd name="connsiteX2" fmla="*/ 3135131 w 3135131"/>
              <a:gd name="connsiteY2" fmla="*/ 4008382 h 4009409"/>
              <a:gd name="connsiteX3" fmla="*/ 3967 w 3135131"/>
              <a:gd name="connsiteY3" fmla="*/ 4009409 h 4009409"/>
              <a:gd name="connsiteX4" fmla="*/ 0 w 3135131"/>
              <a:gd name="connsiteY4" fmla="*/ 0 h 4009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5131" h="4009409">
                <a:moveTo>
                  <a:pt x="0" y="0"/>
                </a:moveTo>
                <a:lnTo>
                  <a:pt x="3128349" y="0"/>
                </a:lnTo>
                <a:cubicBezTo>
                  <a:pt x="3130610" y="1336127"/>
                  <a:pt x="3131740" y="2004191"/>
                  <a:pt x="3135131" y="4008382"/>
                </a:cubicBezTo>
                <a:lnTo>
                  <a:pt x="3967" y="4009409"/>
                </a:lnTo>
                <a:cubicBezTo>
                  <a:pt x="7167" y="2672939"/>
                  <a:pt x="1983" y="2004704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marL="0" indent="0" algn="ctr">
              <a:buFontTx/>
              <a:buNone/>
              <a:defRPr sz="2133" b="0">
                <a:solidFill>
                  <a:schemeClr val="bg1"/>
                </a:solidFill>
              </a:defRPr>
            </a:lvl1pPr>
          </a:lstStyle>
          <a:p>
            <a:r>
              <a:rPr lang="fr-FR"/>
              <a:t>Faire glisser l'image vers l'espace réservé ou cliquer sur l'icône pour l'ajouter</a:t>
            </a:r>
            <a:endParaRPr lang="en-AU" dirty="0"/>
          </a:p>
        </p:txBody>
      </p:sp>
      <p:sp>
        <p:nvSpPr>
          <p:cNvPr id="5" name="Espace réservé du texte 2"/>
          <p:cNvSpPr>
            <a:spLocks noGrp="1"/>
          </p:cNvSpPr>
          <p:nvPr>
            <p:ph idx="1"/>
          </p:nvPr>
        </p:nvSpPr>
        <p:spPr>
          <a:xfrm>
            <a:off x="239354" y="928723"/>
            <a:ext cx="5934212" cy="52459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pic>
        <p:nvPicPr>
          <p:cNvPr id="25" name="Imag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957" y="6343124"/>
            <a:ext cx="1526740" cy="34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089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2_Titre et contenu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1"/>
          <p:cNvSpPr/>
          <p:nvPr userDrawn="1"/>
        </p:nvSpPr>
        <p:spPr bwMode="auto">
          <a:xfrm>
            <a:off x="7335216" y="-12540"/>
            <a:ext cx="4857888" cy="6879007"/>
          </a:xfrm>
          <a:custGeom>
            <a:avLst/>
            <a:gdLst>
              <a:gd name="connsiteX0" fmla="*/ 0 w 3657600"/>
              <a:gd name="connsiteY0" fmla="*/ 0 h 5143500"/>
              <a:gd name="connsiteX1" fmla="*/ 3657600 w 3657600"/>
              <a:gd name="connsiteY1" fmla="*/ 0 h 5143500"/>
              <a:gd name="connsiteX2" fmla="*/ 3657600 w 3657600"/>
              <a:gd name="connsiteY2" fmla="*/ 5143500 h 5143500"/>
              <a:gd name="connsiteX3" fmla="*/ 0 w 3657600"/>
              <a:gd name="connsiteY3" fmla="*/ 5143500 h 5143500"/>
              <a:gd name="connsiteX4" fmla="*/ 0 w 3657600"/>
              <a:gd name="connsiteY4" fmla="*/ 0 h 5143500"/>
              <a:gd name="connsiteX0" fmla="*/ 2114550 w 3657600"/>
              <a:gd name="connsiteY0" fmla="*/ 9525 h 5143500"/>
              <a:gd name="connsiteX1" fmla="*/ 3657600 w 3657600"/>
              <a:gd name="connsiteY1" fmla="*/ 0 h 5143500"/>
              <a:gd name="connsiteX2" fmla="*/ 3657600 w 3657600"/>
              <a:gd name="connsiteY2" fmla="*/ 5143500 h 5143500"/>
              <a:gd name="connsiteX3" fmla="*/ 0 w 3657600"/>
              <a:gd name="connsiteY3" fmla="*/ 5143500 h 5143500"/>
              <a:gd name="connsiteX4" fmla="*/ 2114550 w 3657600"/>
              <a:gd name="connsiteY4" fmla="*/ 9525 h 5143500"/>
              <a:gd name="connsiteX0" fmla="*/ 1733550 w 3657600"/>
              <a:gd name="connsiteY0" fmla="*/ 9525 h 5143500"/>
              <a:gd name="connsiteX1" fmla="*/ 3657600 w 3657600"/>
              <a:gd name="connsiteY1" fmla="*/ 0 h 5143500"/>
              <a:gd name="connsiteX2" fmla="*/ 3657600 w 3657600"/>
              <a:gd name="connsiteY2" fmla="*/ 5143500 h 5143500"/>
              <a:gd name="connsiteX3" fmla="*/ 0 w 3657600"/>
              <a:gd name="connsiteY3" fmla="*/ 5143500 h 5143500"/>
              <a:gd name="connsiteX4" fmla="*/ 1733550 w 3657600"/>
              <a:gd name="connsiteY4" fmla="*/ 9525 h 5143500"/>
              <a:gd name="connsiteX0" fmla="*/ 1600200 w 3524250"/>
              <a:gd name="connsiteY0" fmla="*/ 9525 h 5143500"/>
              <a:gd name="connsiteX1" fmla="*/ 3524250 w 3524250"/>
              <a:gd name="connsiteY1" fmla="*/ 0 h 5143500"/>
              <a:gd name="connsiteX2" fmla="*/ 3524250 w 3524250"/>
              <a:gd name="connsiteY2" fmla="*/ 5143500 h 5143500"/>
              <a:gd name="connsiteX3" fmla="*/ 0 w 3524250"/>
              <a:gd name="connsiteY3" fmla="*/ 5143500 h 5143500"/>
              <a:gd name="connsiteX4" fmla="*/ 1600200 w 3524250"/>
              <a:gd name="connsiteY4" fmla="*/ 9525 h 5143500"/>
              <a:gd name="connsiteX0" fmla="*/ 1687405 w 3611455"/>
              <a:gd name="connsiteY0" fmla="*/ 9525 h 5143500"/>
              <a:gd name="connsiteX1" fmla="*/ 3611455 w 3611455"/>
              <a:gd name="connsiteY1" fmla="*/ 0 h 5143500"/>
              <a:gd name="connsiteX2" fmla="*/ 3611455 w 3611455"/>
              <a:gd name="connsiteY2" fmla="*/ 5143500 h 5143500"/>
              <a:gd name="connsiteX3" fmla="*/ 87205 w 3611455"/>
              <a:gd name="connsiteY3" fmla="*/ 5143500 h 5143500"/>
              <a:gd name="connsiteX4" fmla="*/ 1687405 w 3611455"/>
              <a:gd name="connsiteY4" fmla="*/ 9525 h 5143500"/>
              <a:gd name="connsiteX0" fmla="*/ 1685374 w 3609424"/>
              <a:gd name="connsiteY0" fmla="*/ 9525 h 5143500"/>
              <a:gd name="connsiteX1" fmla="*/ 3609424 w 3609424"/>
              <a:gd name="connsiteY1" fmla="*/ 0 h 5143500"/>
              <a:gd name="connsiteX2" fmla="*/ 3609424 w 3609424"/>
              <a:gd name="connsiteY2" fmla="*/ 5143500 h 5143500"/>
              <a:gd name="connsiteX3" fmla="*/ 85174 w 3609424"/>
              <a:gd name="connsiteY3" fmla="*/ 5143500 h 5143500"/>
              <a:gd name="connsiteX4" fmla="*/ 1685374 w 3609424"/>
              <a:gd name="connsiteY4" fmla="*/ 9525 h 5143500"/>
              <a:gd name="connsiteX0" fmla="*/ 1671927 w 3595977"/>
              <a:gd name="connsiteY0" fmla="*/ 9525 h 5143500"/>
              <a:gd name="connsiteX1" fmla="*/ 3595977 w 3595977"/>
              <a:gd name="connsiteY1" fmla="*/ 0 h 5143500"/>
              <a:gd name="connsiteX2" fmla="*/ 3595977 w 3595977"/>
              <a:gd name="connsiteY2" fmla="*/ 5143500 h 5143500"/>
              <a:gd name="connsiteX3" fmla="*/ 71727 w 3595977"/>
              <a:gd name="connsiteY3" fmla="*/ 5143500 h 5143500"/>
              <a:gd name="connsiteX4" fmla="*/ 1671927 w 3595977"/>
              <a:gd name="connsiteY4" fmla="*/ 9525 h 5143500"/>
              <a:gd name="connsiteX0" fmla="*/ 1696573 w 3620623"/>
              <a:gd name="connsiteY0" fmla="*/ 9525 h 5143500"/>
              <a:gd name="connsiteX1" fmla="*/ 3620623 w 3620623"/>
              <a:gd name="connsiteY1" fmla="*/ 0 h 5143500"/>
              <a:gd name="connsiteX2" fmla="*/ 3620623 w 3620623"/>
              <a:gd name="connsiteY2" fmla="*/ 5143500 h 5143500"/>
              <a:gd name="connsiteX3" fmla="*/ 96373 w 3620623"/>
              <a:gd name="connsiteY3" fmla="*/ 5143500 h 5143500"/>
              <a:gd name="connsiteX4" fmla="*/ 1696573 w 3620623"/>
              <a:gd name="connsiteY4" fmla="*/ 9525 h 5143500"/>
              <a:gd name="connsiteX0" fmla="*/ 1714885 w 3638935"/>
              <a:gd name="connsiteY0" fmla="*/ 9525 h 5143500"/>
              <a:gd name="connsiteX1" fmla="*/ 3638935 w 3638935"/>
              <a:gd name="connsiteY1" fmla="*/ 0 h 5143500"/>
              <a:gd name="connsiteX2" fmla="*/ 3638935 w 3638935"/>
              <a:gd name="connsiteY2" fmla="*/ 5143500 h 5143500"/>
              <a:gd name="connsiteX3" fmla="*/ 114685 w 3638935"/>
              <a:gd name="connsiteY3" fmla="*/ 5143500 h 5143500"/>
              <a:gd name="connsiteX4" fmla="*/ 1714885 w 3638935"/>
              <a:gd name="connsiteY4" fmla="*/ 9525 h 5143500"/>
              <a:gd name="connsiteX0" fmla="*/ 1718138 w 3642188"/>
              <a:gd name="connsiteY0" fmla="*/ 9525 h 5143500"/>
              <a:gd name="connsiteX1" fmla="*/ 3642188 w 3642188"/>
              <a:gd name="connsiteY1" fmla="*/ 0 h 5143500"/>
              <a:gd name="connsiteX2" fmla="*/ 3642188 w 3642188"/>
              <a:gd name="connsiteY2" fmla="*/ 5143500 h 5143500"/>
              <a:gd name="connsiteX3" fmla="*/ 117938 w 3642188"/>
              <a:gd name="connsiteY3" fmla="*/ 5143500 h 5143500"/>
              <a:gd name="connsiteX4" fmla="*/ 1718138 w 3642188"/>
              <a:gd name="connsiteY4" fmla="*/ 9525 h 5143500"/>
              <a:gd name="connsiteX0" fmla="*/ 1729957 w 3654007"/>
              <a:gd name="connsiteY0" fmla="*/ 9525 h 5149850"/>
              <a:gd name="connsiteX1" fmla="*/ 3654007 w 3654007"/>
              <a:gd name="connsiteY1" fmla="*/ 0 h 5149850"/>
              <a:gd name="connsiteX2" fmla="*/ 3654007 w 3654007"/>
              <a:gd name="connsiteY2" fmla="*/ 5143500 h 5149850"/>
              <a:gd name="connsiteX3" fmla="*/ 117057 w 3654007"/>
              <a:gd name="connsiteY3" fmla="*/ 5149850 h 5149850"/>
              <a:gd name="connsiteX4" fmla="*/ 1729957 w 3654007"/>
              <a:gd name="connsiteY4" fmla="*/ 9525 h 5149850"/>
              <a:gd name="connsiteX0" fmla="*/ 1652638 w 3576688"/>
              <a:gd name="connsiteY0" fmla="*/ 9525 h 5149850"/>
              <a:gd name="connsiteX1" fmla="*/ 3576688 w 3576688"/>
              <a:gd name="connsiteY1" fmla="*/ 0 h 5149850"/>
              <a:gd name="connsiteX2" fmla="*/ 3576688 w 3576688"/>
              <a:gd name="connsiteY2" fmla="*/ 5143500 h 5149850"/>
              <a:gd name="connsiteX3" fmla="*/ 39738 w 3576688"/>
              <a:gd name="connsiteY3" fmla="*/ 5149850 h 5149850"/>
              <a:gd name="connsiteX4" fmla="*/ 1652638 w 3576688"/>
              <a:gd name="connsiteY4" fmla="*/ 9525 h 5149850"/>
              <a:gd name="connsiteX0" fmla="*/ 1715094 w 3639144"/>
              <a:gd name="connsiteY0" fmla="*/ 9525 h 5149850"/>
              <a:gd name="connsiteX1" fmla="*/ 3639144 w 3639144"/>
              <a:gd name="connsiteY1" fmla="*/ 0 h 5149850"/>
              <a:gd name="connsiteX2" fmla="*/ 3639144 w 3639144"/>
              <a:gd name="connsiteY2" fmla="*/ 5143500 h 5149850"/>
              <a:gd name="connsiteX3" fmla="*/ 102194 w 3639144"/>
              <a:gd name="connsiteY3" fmla="*/ 5149850 h 5149850"/>
              <a:gd name="connsiteX4" fmla="*/ 1715094 w 3639144"/>
              <a:gd name="connsiteY4" fmla="*/ 9525 h 5149850"/>
              <a:gd name="connsiteX0" fmla="*/ 1709147 w 3639547"/>
              <a:gd name="connsiteY0" fmla="*/ 0 h 5165725"/>
              <a:gd name="connsiteX1" fmla="*/ 3639547 w 3639547"/>
              <a:gd name="connsiteY1" fmla="*/ 15875 h 5165725"/>
              <a:gd name="connsiteX2" fmla="*/ 3639547 w 3639547"/>
              <a:gd name="connsiteY2" fmla="*/ 5159375 h 5165725"/>
              <a:gd name="connsiteX3" fmla="*/ 102597 w 3639547"/>
              <a:gd name="connsiteY3" fmla="*/ 5165725 h 5165725"/>
              <a:gd name="connsiteX4" fmla="*/ 1709147 w 3639547"/>
              <a:gd name="connsiteY4" fmla="*/ 0 h 5165725"/>
              <a:gd name="connsiteX0" fmla="*/ 1701671 w 3632071"/>
              <a:gd name="connsiteY0" fmla="*/ 0 h 5165725"/>
              <a:gd name="connsiteX1" fmla="*/ 3632071 w 3632071"/>
              <a:gd name="connsiteY1" fmla="*/ 15875 h 5165725"/>
              <a:gd name="connsiteX2" fmla="*/ 3632071 w 3632071"/>
              <a:gd name="connsiteY2" fmla="*/ 5159375 h 5165725"/>
              <a:gd name="connsiteX3" fmla="*/ 95121 w 3632071"/>
              <a:gd name="connsiteY3" fmla="*/ 5165725 h 5165725"/>
              <a:gd name="connsiteX4" fmla="*/ 1701671 w 3632071"/>
              <a:gd name="connsiteY4" fmla="*/ 0 h 5165725"/>
              <a:gd name="connsiteX0" fmla="*/ 1705460 w 3635860"/>
              <a:gd name="connsiteY0" fmla="*/ 0 h 5165725"/>
              <a:gd name="connsiteX1" fmla="*/ 3635860 w 3635860"/>
              <a:gd name="connsiteY1" fmla="*/ 15875 h 5165725"/>
              <a:gd name="connsiteX2" fmla="*/ 3635860 w 3635860"/>
              <a:gd name="connsiteY2" fmla="*/ 5159375 h 5165725"/>
              <a:gd name="connsiteX3" fmla="*/ 98910 w 3635860"/>
              <a:gd name="connsiteY3" fmla="*/ 5165725 h 5165725"/>
              <a:gd name="connsiteX4" fmla="*/ 1705460 w 3635860"/>
              <a:gd name="connsiteY4" fmla="*/ 0 h 5165725"/>
              <a:gd name="connsiteX0" fmla="*/ 1711650 w 3642050"/>
              <a:gd name="connsiteY0" fmla="*/ 0 h 5165725"/>
              <a:gd name="connsiteX1" fmla="*/ 3642050 w 3642050"/>
              <a:gd name="connsiteY1" fmla="*/ 15875 h 5165725"/>
              <a:gd name="connsiteX2" fmla="*/ 3642050 w 3642050"/>
              <a:gd name="connsiteY2" fmla="*/ 5159375 h 5165725"/>
              <a:gd name="connsiteX3" fmla="*/ 105100 w 3642050"/>
              <a:gd name="connsiteY3" fmla="*/ 5165725 h 5165725"/>
              <a:gd name="connsiteX4" fmla="*/ 1711650 w 3642050"/>
              <a:gd name="connsiteY4" fmla="*/ 0 h 5165725"/>
              <a:gd name="connsiteX0" fmla="*/ 1703561 w 3642587"/>
              <a:gd name="connsiteY0" fmla="*/ 0 h 5159255"/>
              <a:gd name="connsiteX1" fmla="*/ 3642587 w 3642587"/>
              <a:gd name="connsiteY1" fmla="*/ 9405 h 5159255"/>
              <a:gd name="connsiteX2" fmla="*/ 3642587 w 3642587"/>
              <a:gd name="connsiteY2" fmla="*/ 5152905 h 5159255"/>
              <a:gd name="connsiteX3" fmla="*/ 105637 w 3642587"/>
              <a:gd name="connsiteY3" fmla="*/ 5159255 h 5159255"/>
              <a:gd name="connsiteX4" fmla="*/ 1703561 w 3642587"/>
              <a:gd name="connsiteY4" fmla="*/ 0 h 5159255"/>
              <a:gd name="connsiteX0" fmla="*/ 1703561 w 3642587"/>
              <a:gd name="connsiteY0" fmla="*/ 0 h 5159255"/>
              <a:gd name="connsiteX1" fmla="*/ 3633961 w 3642587"/>
              <a:gd name="connsiteY1" fmla="*/ 2936 h 5159255"/>
              <a:gd name="connsiteX2" fmla="*/ 3642587 w 3642587"/>
              <a:gd name="connsiteY2" fmla="*/ 5152905 h 5159255"/>
              <a:gd name="connsiteX3" fmla="*/ 105637 w 3642587"/>
              <a:gd name="connsiteY3" fmla="*/ 5159255 h 5159255"/>
              <a:gd name="connsiteX4" fmla="*/ 1703561 w 3642587"/>
              <a:gd name="connsiteY4" fmla="*/ 0 h 5159255"/>
              <a:gd name="connsiteX0" fmla="*/ 1703561 w 3643416"/>
              <a:gd name="connsiteY0" fmla="*/ 0 h 5159255"/>
              <a:gd name="connsiteX1" fmla="*/ 3642587 w 3643416"/>
              <a:gd name="connsiteY1" fmla="*/ 2936 h 5159255"/>
              <a:gd name="connsiteX2" fmla="*/ 3642587 w 3643416"/>
              <a:gd name="connsiteY2" fmla="*/ 5152905 h 5159255"/>
              <a:gd name="connsiteX3" fmla="*/ 105637 w 3643416"/>
              <a:gd name="connsiteY3" fmla="*/ 5159255 h 5159255"/>
              <a:gd name="connsiteX4" fmla="*/ 1703561 w 3643416"/>
              <a:gd name="connsiteY4" fmla="*/ 0 h 5159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43416" h="5159255">
                <a:moveTo>
                  <a:pt x="1703561" y="0"/>
                </a:moveTo>
                <a:lnTo>
                  <a:pt x="3642587" y="2936"/>
                </a:lnTo>
                <a:cubicBezTo>
                  <a:pt x="3645462" y="1719592"/>
                  <a:pt x="3639712" y="3436249"/>
                  <a:pt x="3642587" y="5152905"/>
                </a:cubicBezTo>
                <a:lnTo>
                  <a:pt x="105637" y="5159255"/>
                </a:lnTo>
                <a:cubicBezTo>
                  <a:pt x="-373788" y="2698630"/>
                  <a:pt x="887586" y="796925"/>
                  <a:pt x="1703561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AU" sz="1800" dirty="0"/>
          </a:p>
        </p:txBody>
      </p:sp>
      <p:grpSp>
        <p:nvGrpSpPr>
          <p:cNvPr id="29" name="Grouper 28"/>
          <p:cNvGrpSpPr/>
          <p:nvPr userDrawn="1"/>
        </p:nvGrpSpPr>
        <p:grpSpPr>
          <a:xfrm>
            <a:off x="6695442" y="-27384"/>
            <a:ext cx="2501313" cy="6885384"/>
            <a:chOff x="5021580" y="4728"/>
            <a:chExt cx="1875985" cy="6853272"/>
          </a:xfrm>
        </p:grpSpPr>
        <p:sp>
          <p:nvSpPr>
            <p:cNvPr id="30" name="Forme libre 29"/>
            <p:cNvSpPr/>
            <p:nvPr userDrawn="1"/>
          </p:nvSpPr>
          <p:spPr>
            <a:xfrm>
              <a:off x="5021580" y="4728"/>
              <a:ext cx="747600" cy="6853272"/>
            </a:xfrm>
            <a:custGeom>
              <a:avLst/>
              <a:gdLst>
                <a:gd name="connsiteX0" fmla="*/ 751243 w 1897137"/>
                <a:gd name="connsiteY0" fmla="*/ 6852213 h 6852213"/>
                <a:gd name="connsiteX1" fmla="*/ 45187 w 1897137"/>
                <a:gd name="connsiteY1" fmla="*/ 3252486 h 6852213"/>
                <a:gd name="connsiteX2" fmla="*/ 1897137 w 1897137"/>
                <a:gd name="connsiteY2" fmla="*/ 0 h 6852213"/>
                <a:gd name="connsiteX0" fmla="*/ 1271740 w 1859234"/>
                <a:gd name="connsiteY0" fmla="*/ 6833163 h 6833163"/>
                <a:gd name="connsiteX1" fmla="*/ 7284 w 1859234"/>
                <a:gd name="connsiteY1" fmla="*/ 3252486 h 6833163"/>
                <a:gd name="connsiteX2" fmla="*/ 1859234 w 1859234"/>
                <a:gd name="connsiteY2" fmla="*/ 0 h 6833163"/>
                <a:gd name="connsiteX0" fmla="*/ 1273830 w 1861324"/>
                <a:gd name="connsiteY0" fmla="*/ 6833163 h 6833163"/>
                <a:gd name="connsiteX1" fmla="*/ 9374 w 1861324"/>
                <a:gd name="connsiteY1" fmla="*/ 3252486 h 6833163"/>
                <a:gd name="connsiteX2" fmla="*/ 1861324 w 1861324"/>
                <a:gd name="connsiteY2" fmla="*/ 0 h 6833163"/>
                <a:gd name="connsiteX0" fmla="*/ 1143473 w 1730967"/>
                <a:gd name="connsiteY0" fmla="*/ 6833163 h 6833163"/>
                <a:gd name="connsiteX1" fmla="*/ 11270 w 1730967"/>
                <a:gd name="connsiteY1" fmla="*/ 3255661 h 6833163"/>
                <a:gd name="connsiteX2" fmla="*/ 1730967 w 1730967"/>
                <a:gd name="connsiteY2" fmla="*/ 0 h 6833163"/>
                <a:gd name="connsiteX0" fmla="*/ 1146245 w 1814560"/>
                <a:gd name="connsiteY0" fmla="*/ 6842688 h 6842688"/>
                <a:gd name="connsiteX1" fmla="*/ 14042 w 1814560"/>
                <a:gd name="connsiteY1" fmla="*/ 3265186 h 6842688"/>
                <a:gd name="connsiteX2" fmla="*/ 1814560 w 1814560"/>
                <a:gd name="connsiteY2" fmla="*/ 0 h 6842688"/>
                <a:gd name="connsiteX0" fmla="*/ 1146245 w 1814560"/>
                <a:gd name="connsiteY0" fmla="*/ 6842688 h 6842688"/>
                <a:gd name="connsiteX1" fmla="*/ 14042 w 1814560"/>
                <a:gd name="connsiteY1" fmla="*/ 3265186 h 6842688"/>
                <a:gd name="connsiteX2" fmla="*/ 1814560 w 1814560"/>
                <a:gd name="connsiteY2" fmla="*/ 0 h 6842688"/>
                <a:gd name="connsiteX0" fmla="*/ 1060731 w 1729046"/>
                <a:gd name="connsiteY0" fmla="*/ 6842688 h 6842688"/>
                <a:gd name="connsiteX1" fmla="*/ 16088 w 1729046"/>
                <a:gd name="connsiteY1" fmla="*/ 3416535 h 6842688"/>
                <a:gd name="connsiteX2" fmla="*/ 1729046 w 1729046"/>
                <a:gd name="connsiteY2" fmla="*/ 0 h 6842688"/>
                <a:gd name="connsiteX0" fmla="*/ 1054300 w 1722615"/>
                <a:gd name="connsiteY0" fmla="*/ 6842688 h 6842688"/>
                <a:gd name="connsiteX1" fmla="*/ 9657 w 1722615"/>
                <a:gd name="connsiteY1" fmla="*/ 3416535 h 6842688"/>
                <a:gd name="connsiteX2" fmla="*/ 1722615 w 1722615"/>
                <a:gd name="connsiteY2" fmla="*/ 0 h 6842688"/>
                <a:gd name="connsiteX0" fmla="*/ 1060731 w 1729046"/>
                <a:gd name="connsiteY0" fmla="*/ 6842688 h 6842688"/>
                <a:gd name="connsiteX1" fmla="*/ 16088 w 1729046"/>
                <a:gd name="connsiteY1" fmla="*/ 3416535 h 6842688"/>
                <a:gd name="connsiteX2" fmla="*/ 1729046 w 1729046"/>
                <a:gd name="connsiteY2" fmla="*/ 0 h 6842688"/>
                <a:gd name="connsiteX0" fmla="*/ 1061726 w 1730041"/>
                <a:gd name="connsiteY0" fmla="*/ 6842688 h 6842688"/>
                <a:gd name="connsiteX1" fmla="*/ 17083 w 1730041"/>
                <a:gd name="connsiteY1" fmla="*/ 3416535 h 6842688"/>
                <a:gd name="connsiteX2" fmla="*/ 1730041 w 1730041"/>
                <a:gd name="connsiteY2" fmla="*/ 0 h 6842688"/>
                <a:gd name="connsiteX0" fmla="*/ 1061726 w 1730041"/>
                <a:gd name="connsiteY0" fmla="*/ 6842688 h 6842688"/>
                <a:gd name="connsiteX1" fmla="*/ 17083 w 1730041"/>
                <a:gd name="connsiteY1" fmla="*/ 3416535 h 6842688"/>
                <a:gd name="connsiteX2" fmla="*/ 1730041 w 1730041"/>
                <a:gd name="connsiteY2" fmla="*/ 0 h 6842688"/>
                <a:gd name="connsiteX0" fmla="*/ 1061726 w 1730041"/>
                <a:gd name="connsiteY0" fmla="*/ 6842688 h 6842688"/>
                <a:gd name="connsiteX1" fmla="*/ 17083 w 1730041"/>
                <a:gd name="connsiteY1" fmla="*/ 3416535 h 6842688"/>
                <a:gd name="connsiteX2" fmla="*/ 1730041 w 1730041"/>
                <a:gd name="connsiteY2" fmla="*/ 0 h 6842688"/>
                <a:gd name="connsiteX0" fmla="*/ 1061726 w 1730041"/>
                <a:gd name="connsiteY0" fmla="*/ 6842688 h 6842688"/>
                <a:gd name="connsiteX1" fmla="*/ 17083 w 1730041"/>
                <a:gd name="connsiteY1" fmla="*/ 3416535 h 6842688"/>
                <a:gd name="connsiteX2" fmla="*/ 1730041 w 1730041"/>
                <a:gd name="connsiteY2" fmla="*/ 0 h 6842688"/>
                <a:gd name="connsiteX0" fmla="*/ 1061726 w 1730041"/>
                <a:gd name="connsiteY0" fmla="*/ 6842688 h 6842688"/>
                <a:gd name="connsiteX1" fmla="*/ 17083 w 1730041"/>
                <a:gd name="connsiteY1" fmla="*/ 3416535 h 6842688"/>
                <a:gd name="connsiteX2" fmla="*/ 1730041 w 1730041"/>
                <a:gd name="connsiteY2" fmla="*/ 0 h 6842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30041" h="6842688">
                  <a:moveTo>
                    <a:pt x="1061726" y="6842688"/>
                  </a:moveTo>
                  <a:cubicBezTo>
                    <a:pt x="348702" y="5778927"/>
                    <a:pt x="-94305" y="4695719"/>
                    <a:pt x="17083" y="3416535"/>
                  </a:cubicBezTo>
                  <a:cubicBezTo>
                    <a:pt x="128471" y="2137351"/>
                    <a:pt x="944138" y="717949"/>
                    <a:pt x="1730041" y="0"/>
                  </a:cubicBezTo>
                </a:path>
              </a:pathLst>
            </a:custGeom>
            <a:noFill/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  <p:sp>
          <p:nvSpPr>
            <p:cNvPr id="31" name="Forme libre 30"/>
            <p:cNvSpPr/>
            <p:nvPr userDrawn="1"/>
          </p:nvSpPr>
          <p:spPr>
            <a:xfrm>
              <a:off x="5422699" y="4728"/>
              <a:ext cx="1474866" cy="6853272"/>
            </a:xfrm>
            <a:custGeom>
              <a:avLst/>
              <a:gdLst>
                <a:gd name="connsiteX0" fmla="*/ 751243 w 1897137"/>
                <a:gd name="connsiteY0" fmla="*/ 6852213 h 6852213"/>
                <a:gd name="connsiteX1" fmla="*/ 45187 w 1897137"/>
                <a:gd name="connsiteY1" fmla="*/ 3252486 h 6852213"/>
                <a:gd name="connsiteX2" fmla="*/ 1897137 w 1897137"/>
                <a:gd name="connsiteY2" fmla="*/ 0 h 6852213"/>
                <a:gd name="connsiteX0" fmla="*/ 1271740 w 1859234"/>
                <a:gd name="connsiteY0" fmla="*/ 6833163 h 6833163"/>
                <a:gd name="connsiteX1" fmla="*/ 7284 w 1859234"/>
                <a:gd name="connsiteY1" fmla="*/ 3252486 h 6833163"/>
                <a:gd name="connsiteX2" fmla="*/ 1859234 w 1859234"/>
                <a:gd name="connsiteY2" fmla="*/ 0 h 6833163"/>
                <a:gd name="connsiteX0" fmla="*/ 1273830 w 1861324"/>
                <a:gd name="connsiteY0" fmla="*/ 6833163 h 6833163"/>
                <a:gd name="connsiteX1" fmla="*/ 9374 w 1861324"/>
                <a:gd name="connsiteY1" fmla="*/ 3252486 h 6833163"/>
                <a:gd name="connsiteX2" fmla="*/ 1861324 w 1861324"/>
                <a:gd name="connsiteY2" fmla="*/ 0 h 6833163"/>
                <a:gd name="connsiteX0" fmla="*/ 1143473 w 1730967"/>
                <a:gd name="connsiteY0" fmla="*/ 6833163 h 6833163"/>
                <a:gd name="connsiteX1" fmla="*/ 11270 w 1730967"/>
                <a:gd name="connsiteY1" fmla="*/ 3255661 h 6833163"/>
                <a:gd name="connsiteX2" fmla="*/ 1730967 w 1730967"/>
                <a:gd name="connsiteY2" fmla="*/ 0 h 6833163"/>
                <a:gd name="connsiteX0" fmla="*/ 1146245 w 1814560"/>
                <a:gd name="connsiteY0" fmla="*/ 6842688 h 6842688"/>
                <a:gd name="connsiteX1" fmla="*/ 14042 w 1814560"/>
                <a:gd name="connsiteY1" fmla="*/ 3265186 h 6842688"/>
                <a:gd name="connsiteX2" fmla="*/ 1814560 w 1814560"/>
                <a:gd name="connsiteY2" fmla="*/ 0 h 6842688"/>
                <a:gd name="connsiteX0" fmla="*/ 1146245 w 1814560"/>
                <a:gd name="connsiteY0" fmla="*/ 6842688 h 6842688"/>
                <a:gd name="connsiteX1" fmla="*/ 14042 w 1814560"/>
                <a:gd name="connsiteY1" fmla="*/ 3265186 h 6842688"/>
                <a:gd name="connsiteX2" fmla="*/ 1814560 w 1814560"/>
                <a:gd name="connsiteY2" fmla="*/ 0 h 6842688"/>
                <a:gd name="connsiteX0" fmla="*/ 1060731 w 1729046"/>
                <a:gd name="connsiteY0" fmla="*/ 6842688 h 6842688"/>
                <a:gd name="connsiteX1" fmla="*/ 16088 w 1729046"/>
                <a:gd name="connsiteY1" fmla="*/ 3416535 h 6842688"/>
                <a:gd name="connsiteX2" fmla="*/ 1729046 w 1729046"/>
                <a:gd name="connsiteY2" fmla="*/ 0 h 6842688"/>
                <a:gd name="connsiteX0" fmla="*/ 1054300 w 1722615"/>
                <a:gd name="connsiteY0" fmla="*/ 6842688 h 6842688"/>
                <a:gd name="connsiteX1" fmla="*/ 9657 w 1722615"/>
                <a:gd name="connsiteY1" fmla="*/ 3416535 h 6842688"/>
                <a:gd name="connsiteX2" fmla="*/ 1722615 w 1722615"/>
                <a:gd name="connsiteY2" fmla="*/ 0 h 6842688"/>
                <a:gd name="connsiteX0" fmla="*/ 1060731 w 1729046"/>
                <a:gd name="connsiteY0" fmla="*/ 6842688 h 6842688"/>
                <a:gd name="connsiteX1" fmla="*/ 16088 w 1729046"/>
                <a:gd name="connsiteY1" fmla="*/ 3416535 h 6842688"/>
                <a:gd name="connsiteX2" fmla="*/ 1729046 w 1729046"/>
                <a:gd name="connsiteY2" fmla="*/ 0 h 6842688"/>
                <a:gd name="connsiteX0" fmla="*/ 1061726 w 1730041"/>
                <a:gd name="connsiteY0" fmla="*/ 6842688 h 6842688"/>
                <a:gd name="connsiteX1" fmla="*/ 17083 w 1730041"/>
                <a:gd name="connsiteY1" fmla="*/ 3416535 h 6842688"/>
                <a:gd name="connsiteX2" fmla="*/ 1730041 w 1730041"/>
                <a:gd name="connsiteY2" fmla="*/ 0 h 6842688"/>
                <a:gd name="connsiteX0" fmla="*/ 1061726 w 1730041"/>
                <a:gd name="connsiteY0" fmla="*/ 6842688 h 6842688"/>
                <a:gd name="connsiteX1" fmla="*/ 17083 w 1730041"/>
                <a:gd name="connsiteY1" fmla="*/ 3416535 h 6842688"/>
                <a:gd name="connsiteX2" fmla="*/ 1730041 w 1730041"/>
                <a:gd name="connsiteY2" fmla="*/ 0 h 6842688"/>
                <a:gd name="connsiteX0" fmla="*/ 1061726 w 1730041"/>
                <a:gd name="connsiteY0" fmla="*/ 6842688 h 6842688"/>
                <a:gd name="connsiteX1" fmla="*/ 17083 w 1730041"/>
                <a:gd name="connsiteY1" fmla="*/ 3416535 h 6842688"/>
                <a:gd name="connsiteX2" fmla="*/ 1730041 w 1730041"/>
                <a:gd name="connsiteY2" fmla="*/ 0 h 6842688"/>
                <a:gd name="connsiteX0" fmla="*/ 1061726 w 1730041"/>
                <a:gd name="connsiteY0" fmla="*/ 6842688 h 6842688"/>
                <a:gd name="connsiteX1" fmla="*/ 17083 w 1730041"/>
                <a:gd name="connsiteY1" fmla="*/ 3416535 h 6842688"/>
                <a:gd name="connsiteX2" fmla="*/ 1730041 w 1730041"/>
                <a:gd name="connsiteY2" fmla="*/ 0 h 6842688"/>
                <a:gd name="connsiteX0" fmla="*/ 1061726 w 1730041"/>
                <a:gd name="connsiteY0" fmla="*/ 6842688 h 6842688"/>
                <a:gd name="connsiteX1" fmla="*/ 17083 w 1730041"/>
                <a:gd name="connsiteY1" fmla="*/ 3416535 h 6842688"/>
                <a:gd name="connsiteX2" fmla="*/ 1730041 w 1730041"/>
                <a:gd name="connsiteY2" fmla="*/ 0 h 6842688"/>
                <a:gd name="connsiteX0" fmla="*/ 1201583 w 4272315"/>
                <a:gd name="connsiteY0" fmla="*/ 6842688 h 6842688"/>
                <a:gd name="connsiteX1" fmla="*/ 156940 w 4272315"/>
                <a:gd name="connsiteY1" fmla="*/ 3416535 h 6842688"/>
                <a:gd name="connsiteX2" fmla="*/ 4272315 w 4272315"/>
                <a:gd name="connsiteY2" fmla="*/ 0 h 6842688"/>
                <a:gd name="connsiteX0" fmla="*/ 420880 w 3491612"/>
                <a:gd name="connsiteY0" fmla="*/ 6842688 h 6842688"/>
                <a:gd name="connsiteX1" fmla="*/ 521761 w 3491612"/>
                <a:gd name="connsiteY1" fmla="*/ 3196869 h 6842688"/>
                <a:gd name="connsiteX2" fmla="*/ 3491612 w 3491612"/>
                <a:gd name="connsiteY2" fmla="*/ 0 h 6842688"/>
                <a:gd name="connsiteX0" fmla="*/ 383391 w 3454123"/>
                <a:gd name="connsiteY0" fmla="*/ 6842688 h 6842688"/>
                <a:gd name="connsiteX1" fmla="*/ 484272 w 3454123"/>
                <a:gd name="connsiteY1" fmla="*/ 3196869 h 6842688"/>
                <a:gd name="connsiteX2" fmla="*/ 3454123 w 3454123"/>
                <a:gd name="connsiteY2" fmla="*/ 0 h 6842688"/>
                <a:gd name="connsiteX0" fmla="*/ 294195 w 3364927"/>
                <a:gd name="connsiteY0" fmla="*/ 6842688 h 6842688"/>
                <a:gd name="connsiteX1" fmla="*/ 395076 w 3364927"/>
                <a:gd name="connsiteY1" fmla="*/ 3196869 h 6842688"/>
                <a:gd name="connsiteX2" fmla="*/ 3364927 w 3364927"/>
                <a:gd name="connsiteY2" fmla="*/ 0 h 6842688"/>
                <a:gd name="connsiteX0" fmla="*/ 313955 w 3384687"/>
                <a:gd name="connsiteY0" fmla="*/ 6842688 h 6842688"/>
                <a:gd name="connsiteX1" fmla="*/ 414836 w 3384687"/>
                <a:gd name="connsiteY1" fmla="*/ 3196869 h 6842688"/>
                <a:gd name="connsiteX2" fmla="*/ 3384687 w 3384687"/>
                <a:gd name="connsiteY2" fmla="*/ 0 h 6842688"/>
                <a:gd name="connsiteX0" fmla="*/ 319074 w 3389806"/>
                <a:gd name="connsiteY0" fmla="*/ 6842688 h 6842688"/>
                <a:gd name="connsiteX1" fmla="*/ 419955 w 3389806"/>
                <a:gd name="connsiteY1" fmla="*/ 3196869 h 6842688"/>
                <a:gd name="connsiteX2" fmla="*/ 3389806 w 3389806"/>
                <a:gd name="connsiteY2" fmla="*/ 0 h 6842688"/>
                <a:gd name="connsiteX0" fmla="*/ 319074 w 3389806"/>
                <a:gd name="connsiteY0" fmla="*/ 6842688 h 6842688"/>
                <a:gd name="connsiteX1" fmla="*/ 419955 w 3389806"/>
                <a:gd name="connsiteY1" fmla="*/ 3196869 h 6842688"/>
                <a:gd name="connsiteX2" fmla="*/ 3389806 w 3389806"/>
                <a:gd name="connsiteY2" fmla="*/ 0 h 6842688"/>
                <a:gd name="connsiteX0" fmla="*/ 334826 w 3405558"/>
                <a:gd name="connsiteY0" fmla="*/ 6842688 h 6842688"/>
                <a:gd name="connsiteX1" fmla="*/ 435707 w 3405558"/>
                <a:gd name="connsiteY1" fmla="*/ 3196869 h 6842688"/>
                <a:gd name="connsiteX2" fmla="*/ 3405558 w 3405558"/>
                <a:gd name="connsiteY2" fmla="*/ 0 h 6842688"/>
                <a:gd name="connsiteX0" fmla="*/ 334826 w 3405558"/>
                <a:gd name="connsiteY0" fmla="*/ 6842688 h 6842688"/>
                <a:gd name="connsiteX1" fmla="*/ 435707 w 3405558"/>
                <a:gd name="connsiteY1" fmla="*/ 3196869 h 6842688"/>
                <a:gd name="connsiteX2" fmla="*/ 3405558 w 3405558"/>
                <a:gd name="connsiteY2" fmla="*/ 0 h 6842688"/>
                <a:gd name="connsiteX0" fmla="*/ 334826 w 3405558"/>
                <a:gd name="connsiteY0" fmla="*/ 6842688 h 6842688"/>
                <a:gd name="connsiteX1" fmla="*/ 435707 w 3405558"/>
                <a:gd name="connsiteY1" fmla="*/ 3196869 h 6842688"/>
                <a:gd name="connsiteX2" fmla="*/ 3405558 w 3405558"/>
                <a:gd name="connsiteY2" fmla="*/ 0 h 6842688"/>
                <a:gd name="connsiteX0" fmla="*/ 342294 w 3413026"/>
                <a:gd name="connsiteY0" fmla="*/ 6842688 h 6842688"/>
                <a:gd name="connsiteX1" fmla="*/ 443175 w 3413026"/>
                <a:gd name="connsiteY1" fmla="*/ 3196869 h 6842688"/>
                <a:gd name="connsiteX2" fmla="*/ 3413026 w 3413026"/>
                <a:gd name="connsiteY2" fmla="*/ 0 h 6842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13026" h="6842688">
                  <a:moveTo>
                    <a:pt x="342294" y="6842688"/>
                  </a:moveTo>
                  <a:cubicBezTo>
                    <a:pt x="-163901" y="5710282"/>
                    <a:pt x="-90656" y="4481474"/>
                    <a:pt x="443175" y="3196869"/>
                  </a:cubicBezTo>
                  <a:cubicBezTo>
                    <a:pt x="977006" y="1912264"/>
                    <a:pt x="2180317" y="803543"/>
                    <a:pt x="3413026" y="0"/>
                  </a:cubicBezTo>
                </a:path>
              </a:pathLst>
            </a:custGeom>
            <a:noFill/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00"/>
            </a:p>
          </p:txBody>
        </p:sp>
      </p:grp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0"/>
          </p:nvPr>
        </p:nvSpPr>
        <p:spPr bwMode="auto">
          <a:xfrm>
            <a:off x="7864798" y="1638909"/>
            <a:ext cx="3889157" cy="2743833"/>
          </a:xfrm>
          <a:custGeom>
            <a:avLst/>
            <a:gdLst>
              <a:gd name="connsiteX0" fmla="*/ 0 w 2871788"/>
              <a:gd name="connsiteY0" fmla="*/ 0 h 3617912"/>
              <a:gd name="connsiteX1" fmla="*/ 2871788 w 2871788"/>
              <a:gd name="connsiteY1" fmla="*/ 0 h 3617912"/>
              <a:gd name="connsiteX2" fmla="*/ 2871788 w 2871788"/>
              <a:gd name="connsiteY2" fmla="*/ 3617912 h 3617912"/>
              <a:gd name="connsiteX3" fmla="*/ 0 w 2871788"/>
              <a:gd name="connsiteY3" fmla="*/ 3617912 h 3617912"/>
              <a:gd name="connsiteX4" fmla="*/ 0 w 2871788"/>
              <a:gd name="connsiteY4" fmla="*/ 0 h 3617912"/>
              <a:gd name="connsiteX0" fmla="*/ 0 w 2871788"/>
              <a:gd name="connsiteY0" fmla="*/ 0 h 3883583"/>
              <a:gd name="connsiteX1" fmla="*/ 2871788 w 2871788"/>
              <a:gd name="connsiteY1" fmla="*/ 0 h 3883583"/>
              <a:gd name="connsiteX2" fmla="*/ 2871788 w 2871788"/>
              <a:gd name="connsiteY2" fmla="*/ 3883583 h 3883583"/>
              <a:gd name="connsiteX3" fmla="*/ 0 w 2871788"/>
              <a:gd name="connsiteY3" fmla="*/ 3617912 h 3883583"/>
              <a:gd name="connsiteX4" fmla="*/ 0 w 2871788"/>
              <a:gd name="connsiteY4" fmla="*/ 0 h 3883583"/>
              <a:gd name="connsiteX0" fmla="*/ 0 w 2871788"/>
              <a:gd name="connsiteY0" fmla="*/ 0 h 3883583"/>
              <a:gd name="connsiteX1" fmla="*/ 2871788 w 2871788"/>
              <a:gd name="connsiteY1" fmla="*/ 0 h 3883583"/>
              <a:gd name="connsiteX2" fmla="*/ 2871788 w 2871788"/>
              <a:gd name="connsiteY2" fmla="*/ 3883583 h 3883583"/>
              <a:gd name="connsiteX3" fmla="*/ 0 w 2871788"/>
              <a:gd name="connsiteY3" fmla="*/ 3716766 h 3883583"/>
              <a:gd name="connsiteX4" fmla="*/ 0 w 2871788"/>
              <a:gd name="connsiteY4" fmla="*/ 0 h 3883583"/>
              <a:gd name="connsiteX0" fmla="*/ 0 w 2871788"/>
              <a:gd name="connsiteY0" fmla="*/ 0 h 3930717"/>
              <a:gd name="connsiteX1" fmla="*/ 2871788 w 2871788"/>
              <a:gd name="connsiteY1" fmla="*/ 0 h 3930717"/>
              <a:gd name="connsiteX2" fmla="*/ 2871788 w 2871788"/>
              <a:gd name="connsiteY2" fmla="*/ 3930717 h 3930717"/>
              <a:gd name="connsiteX3" fmla="*/ 0 w 2871788"/>
              <a:gd name="connsiteY3" fmla="*/ 3716766 h 3930717"/>
              <a:gd name="connsiteX4" fmla="*/ 0 w 2871788"/>
              <a:gd name="connsiteY4" fmla="*/ 0 h 3930717"/>
              <a:gd name="connsiteX0" fmla="*/ 6724 w 2878512"/>
              <a:gd name="connsiteY0" fmla="*/ 0 h 3931919"/>
              <a:gd name="connsiteX1" fmla="*/ 2878512 w 2878512"/>
              <a:gd name="connsiteY1" fmla="*/ 0 h 3931919"/>
              <a:gd name="connsiteX2" fmla="*/ 2878512 w 2878512"/>
              <a:gd name="connsiteY2" fmla="*/ 3930717 h 3931919"/>
              <a:gd name="connsiteX3" fmla="*/ 0 w 2878512"/>
              <a:gd name="connsiteY3" fmla="*/ 3931919 h 3931919"/>
              <a:gd name="connsiteX4" fmla="*/ 6724 w 2878512"/>
              <a:gd name="connsiteY4" fmla="*/ 0 h 3931919"/>
              <a:gd name="connsiteX0" fmla="*/ 6724 w 2878512"/>
              <a:gd name="connsiteY0" fmla="*/ 0 h 3931919"/>
              <a:gd name="connsiteX1" fmla="*/ 2878512 w 2878512"/>
              <a:gd name="connsiteY1" fmla="*/ 0 h 3931919"/>
              <a:gd name="connsiteX2" fmla="*/ 2878512 w 2878512"/>
              <a:gd name="connsiteY2" fmla="*/ 3930717 h 3931919"/>
              <a:gd name="connsiteX3" fmla="*/ 0 w 2878512"/>
              <a:gd name="connsiteY3" fmla="*/ 3931919 h 3931919"/>
              <a:gd name="connsiteX4" fmla="*/ 6724 w 2878512"/>
              <a:gd name="connsiteY4" fmla="*/ 0 h 3931919"/>
              <a:gd name="connsiteX0" fmla="*/ 232246 w 3104034"/>
              <a:gd name="connsiteY0" fmla="*/ 0 h 3938217"/>
              <a:gd name="connsiteX1" fmla="*/ 3104034 w 3104034"/>
              <a:gd name="connsiteY1" fmla="*/ 0 h 3938217"/>
              <a:gd name="connsiteX2" fmla="*/ 3104034 w 3104034"/>
              <a:gd name="connsiteY2" fmla="*/ 3930717 h 3938217"/>
              <a:gd name="connsiteX3" fmla="*/ 0 w 3104034"/>
              <a:gd name="connsiteY3" fmla="*/ 3938217 h 3938217"/>
              <a:gd name="connsiteX4" fmla="*/ 232246 w 3104034"/>
              <a:gd name="connsiteY4" fmla="*/ 0 h 3938217"/>
              <a:gd name="connsiteX0" fmla="*/ 232246 w 3104034"/>
              <a:gd name="connsiteY0" fmla="*/ 0 h 3938217"/>
              <a:gd name="connsiteX1" fmla="*/ 3104034 w 3104034"/>
              <a:gd name="connsiteY1" fmla="*/ 0 h 3938217"/>
              <a:gd name="connsiteX2" fmla="*/ 3104034 w 3104034"/>
              <a:gd name="connsiteY2" fmla="*/ 3930717 h 3938217"/>
              <a:gd name="connsiteX3" fmla="*/ 0 w 3104034"/>
              <a:gd name="connsiteY3" fmla="*/ 3938217 h 3938217"/>
              <a:gd name="connsiteX4" fmla="*/ 232246 w 3104034"/>
              <a:gd name="connsiteY4" fmla="*/ 0 h 3938217"/>
              <a:gd name="connsiteX0" fmla="*/ 232246 w 3104034"/>
              <a:gd name="connsiteY0" fmla="*/ 0 h 3938217"/>
              <a:gd name="connsiteX1" fmla="*/ 3104034 w 3104034"/>
              <a:gd name="connsiteY1" fmla="*/ 0 h 3938217"/>
              <a:gd name="connsiteX2" fmla="*/ 3104034 w 3104034"/>
              <a:gd name="connsiteY2" fmla="*/ 3930717 h 3938217"/>
              <a:gd name="connsiteX3" fmla="*/ 0 w 3104034"/>
              <a:gd name="connsiteY3" fmla="*/ 3938217 h 3938217"/>
              <a:gd name="connsiteX4" fmla="*/ 232246 w 3104034"/>
              <a:gd name="connsiteY4" fmla="*/ 0 h 3938217"/>
              <a:gd name="connsiteX0" fmla="*/ 239295 w 3104034"/>
              <a:gd name="connsiteY0" fmla="*/ 97081 h 3938217"/>
              <a:gd name="connsiteX1" fmla="*/ 3104034 w 3104034"/>
              <a:gd name="connsiteY1" fmla="*/ 0 h 3938217"/>
              <a:gd name="connsiteX2" fmla="*/ 3104034 w 3104034"/>
              <a:gd name="connsiteY2" fmla="*/ 3930717 h 3938217"/>
              <a:gd name="connsiteX3" fmla="*/ 0 w 3104034"/>
              <a:gd name="connsiteY3" fmla="*/ 3938217 h 3938217"/>
              <a:gd name="connsiteX4" fmla="*/ 239295 w 3104034"/>
              <a:gd name="connsiteY4" fmla="*/ 97081 h 3938217"/>
              <a:gd name="connsiteX0" fmla="*/ 239295 w 3104034"/>
              <a:gd name="connsiteY0" fmla="*/ 97081 h 3938217"/>
              <a:gd name="connsiteX1" fmla="*/ 3104034 w 3104034"/>
              <a:gd name="connsiteY1" fmla="*/ 0 h 3938217"/>
              <a:gd name="connsiteX2" fmla="*/ 3104034 w 3104034"/>
              <a:gd name="connsiteY2" fmla="*/ 3930717 h 3938217"/>
              <a:gd name="connsiteX3" fmla="*/ 0 w 3104034"/>
              <a:gd name="connsiteY3" fmla="*/ 3938217 h 3938217"/>
              <a:gd name="connsiteX4" fmla="*/ 239295 w 3104034"/>
              <a:gd name="connsiteY4" fmla="*/ 97081 h 3938217"/>
              <a:gd name="connsiteX0" fmla="*/ 239295 w 3104034"/>
              <a:gd name="connsiteY0" fmla="*/ 97081 h 3938217"/>
              <a:gd name="connsiteX1" fmla="*/ 3104034 w 3104034"/>
              <a:gd name="connsiteY1" fmla="*/ 0 h 3938217"/>
              <a:gd name="connsiteX2" fmla="*/ 3104034 w 3104034"/>
              <a:gd name="connsiteY2" fmla="*/ 3930717 h 3938217"/>
              <a:gd name="connsiteX3" fmla="*/ 0 w 3104034"/>
              <a:gd name="connsiteY3" fmla="*/ 3938217 h 3938217"/>
              <a:gd name="connsiteX4" fmla="*/ 239295 w 3104034"/>
              <a:gd name="connsiteY4" fmla="*/ 97081 h 3938217"/>
              <a:gd name="connsiteX0" fmla="*/ 394341 w 3104034"/>
              <a:gd name="connsiteY0" fmla="*/ 97081 h 3938217"/>
              <a:gd name="connsiteX1" fmla="*/ 3104034 w 3104034"/>
              <a:gd name="connsiteY1" fmla="*/ 0 h 3938217"/>
              <a:gd name="connsiteX2" fmla="*/ 3104034 w 3104034"/>
              <a:gd name="connsiteY2" fmla="*/ 3930717 h 3938217"/>
              <a:gd name="connsiteX3" fmla="*/ 0 w 3104034"/>
              <a:gd name="connsiteY3" fmla="*/ 3938217 h 3938217"/>
              <a:gd name="connsiteX4" fmla="*/ 394341 w 3104034"/>
              <a:gd name="connsiteY4" fmla="*/ 97081 h 3938217"/>
              <a:gd name="connsiteX0" fmla="*/ 443673 w 3104034"/>
              <a:gd name="connsiteY0" fmla="*/ 103553 h 3938217"/>
              <a:gd name="connsiteX1" fmla="*/ 3104034 w 3104034"/>
              <a:gd name="connsiteY1" fmla="*/ 0 h 3938217"/>
              <a:gd name="connsiteX2" fmla="*/ 3104034 w 3104034"/>
              <a:gd name="connsiteY2" fmla="*/ 3930717 h 3938217"/>
              <a:gd name="connsiteX3" fmla="*/ 0 w 3104034"/>
              <a:gd name="connsiteY3" fmla="*/ 3938217 h 3938217"/>
              <a:gd name="connsiteX4" fmla="*/ 443673 w 3104034"/>
              <a:gd name="connsiteY4" fmla="*/ 103553 h 3938217"/>
              <a:gd name="connsiteX0" fmla="*/ 443673 w 3104034"/>
              <a:gd name="connsiteY0" fmla="*/ 103553 h 3938217"/>
              <a:gd name="connsiteX1" fmla="*/ 3104034 w 3104034"/>
              <a:gd name="connsiteY1" fmla="*/ 0 h 3938217"/>
              <a:gd name="connsiteX2" fmla="*/ 3104034 w 3104034"/>
              <a:gd name="connsiteY2" fmla="*/ 3930717 h 3938217"/>
              <a:gd name="connsiteX3" fmla="*/ 0 w 3104034"/>
              <a:gd name="connsiteY3" fmla="*/ 3938217 h 3938217"/>
              <a:gd name="connsiteX4" fmla="*/ 443673 w 3104034"/>
              <a:gd name="connsiteY4" fmla="*/ 103553 h 3938217"/>
              <a:gd name="connsiteX0" fmla="*/ 443673 w 3104034"/>
              <a:gd name="connsiteY0" fmla="*/ 0 h 3834664"/>
              <a:gd name="connsiteX1" fmla="*/ 3104034 w 3104034"/>
              <a:gd name="connsiteY1" fmla="*/ 0 h 3834664"/>
              <a:gd name="connsiteX2" fmla="*/ 3104034 w 3104034"/>
              <a:gd name="connsiteY2" fmla="*/ 3827164 h 3834664"/>
              <a:gd name="connsiteX3" fmla="*/ 0 w 3104034"/>
              <a:gd name="connsiteY3" fmla="*/ 3834664 h 3834664"/>
              <a:gd name="connsiteX4" fmla="*/ 443673 w 3104034"/>
              <a:gd name="connsiteY4" fmla="*/ 0 h 3834664"/>
              <a:gd name="connsiteX0" fmla="*/ 443673 w 3104034"/>
              <a:gd name="connsiteY0" fmla="*/ 0 h 3834664"/>
              <a:gd name="connsiteX1" fmla="*/ 3104034 w 3104034"/>
              <a:gd name="connsiteY1" fmla="*/ 0 h 3834664"/>
              <a:gd name="connsiteX2" fmla="*/ 3104034 w 3104034"/>
              <a:gd name="connsiteY2" fmla="*/ 3827164 h 3834664"/>
              <a:gd name="connsiteX3" fmla="*/ 0 w 3104034"/>
              <a:gd name="connsiteY3" fmla="*/ 3834664 h 3834664"/>
              <a:gd name="connsiteX4" fmla="*/ 443673 w 3104034"/>
              <a:gd name="connsiteY4" fmla="*/ 0 h 3834664"/>
              <a:gd name="connsiteX0" fmla="*/ 464021 w 3124382"/>
              <a:gd name="connsiteY0" fmla="*/ 0 h 4009409"/>
              <a:gd name="connsiteX1" fmla="*/ 3124382 w 3124382"/>
              <a:gd name="connsiteY1" fmla="*/ 0 h 4009409"/>
              <a:gd name="connsiteX2" fmla="*/ 3124382 w 3124382"/>
              <a:gd name="connsiteY2" fmla="*/ 3827164 h 4009409"/>
              <a:gd name="connsiteX3" fmla="*/ 0 w 3124382"/>
              <a:gd name="connsiteY3" fmla="*/ 4009409 h 4009409"/>
              <a:gd name="connsiteX4" fmla="*/ 464021 w 3124382"/>
              <a:gd name="connsiteY4" fmla="*/ 0 h 4009409"/>
              <a:gd name="connsiteX0" fmla="*/ 464021 w 3131164"/>
              <a:gd name="connsiteY0" fmla="*/ 0 h 4009409"/>
              <a:gd name="connsiteX1" fmla="*/ 3124382 w 3131164"/>
              <a:gd name="connsiteY1" fmla="*/ 0 h 4009409"/>
              <a:gd name="connsiteX2" fmla="*/ 3131164 w 3131164"/>
              <a:gd name="connsiteY2" fmla="*/ 4008382 h 4009409"/>
              <a:gd name="connsiteX3" fmla="*/ 0 w 3131164"/>
              <a:gd name="connsiteY3" fmla="*/ 4009409 h 4009409"/>
              <a:gd name="connsiteX4" fmla="*/ 464021 w 3131164"/>
              <a:gd name="connsiteY4" fmla="*/ 0 h 4009409"/>
              <a:gd name="connsiteX0" fmla="*/ 464021 w 3131164"/>
              <a:gd name="connsiteY0" fmla="*/ 0 h 4009409"/>
              <a:gd name="connsiteX1" fmla="*/ 3124382 w 3131164"/>
              <a:gd name="connsiteY1" fmla="*/ 0 h 4009409"/>
              <a:gd name="connsiteX2" fmla="*/ 3131164 w 3131164"/>
              <a:gd name="connsiteY2" fmla="*/ 4008382 h 4009409"/>
              <a:gd name="connsiteX3" fmla="*/ 0 w 3131164"/>
              <a:gd name="connsiteY3" fmla="*/ 4009409 h 4009409"/>
              <a:gd name="connsiteX4" fmla="*/ 464021 w 3131164"/>
              <a:gd name="connsiteY4" fmla="*/ 0 h 4009409"/>
              <a:gd name="connsiteX0" fmla="*/ 464021 w 3131164"/>
              <a:gd name="connsiteY0" fmla="*/ 0 h 4009409"/>
              <a:gd name="connsiteX1" fmla="*/ 3124382 w 3131164"/>
              <a:gd name="connsiteY1" fmla="*/ 0 h 4009409"/>
              <a:gd name="connsiteX2" fmla="*/ 3131164 w 3131164"/>
              <a:gd name="connsiteY2" fmla="*/ 4008382 h 4009409"/>
              <a:gd name="connsiteX3" fmla="*/ 0 w 3131164"/>
              <a:gd name="connsiteY3" fmla="*/ 4009409 h 4009409"/>
              <a:gd name="connsiteX4" fmla="*/ 464021 w 3131164"/>
              <a:gd name="connsiteY4" fmla="*/ 0 h 4009409"/>
              <a:gd name="connsiteX0" fmla="*/ 29946 w 3131164"/>
              <a:gd name="connsiteY0" fmla="*/ 0 h 4009409"/>
              <a:gd name="connsiteX1" fmla="*/ 3124382 w 3131164"/>
              <a:gd name="connsiteY1" fmla="*/ 0 h 4009409"/>
              <a:gd name="connsiteX2" fmla="*/ 3131164 w 3131164"/>
              <a:gd name="connsiteY2" fmla="*/ 4008382 h 4009409"/>
              <a:gd name="connsiteX3" fmla="*/ 0 w 3131164"/>
              <a:gd name="connsiteY3" fmla="*/ 4009409 h 4009409"/>
              <a:gd name="connsiteX4" fmla="*/ 29946 w 3131164"/>
              <a:gd name="connsiteY4" fmla="*/ 0 h 4009409"/>
              <a:gd name="connsiteX0" fmla="*/ 9599 w 3131164"/>
              <a:gd name="connsiteY0" fmla="*/ 0 h 4009409"/>
              <a:gd name="connsiteX1" fmla="*/ 3124382 w 3131164"/>
              <a:gd name="connsiteY1" fmla="*/ 0 h 4009409"/>
              <a:gd name="connsiteX2" fmla="*/ 3131164 w 3131164"/>
              <a:gd name="connsiteY2" fmla="*/ 4008382 h 4009409"/>
              <a:gd name="connsiteX3" fmla="*/ 0 w 3131164"/>
              <a:gd name="connsiteY3" fmla="*/ 4009409 h 4009409"/>
              <a:gd name="connsiteX4" fmla="*/ 9599 w 3131164"/>
              <a:gd name="connsiteY4" fmla="*/ 0 h 4009409"/>
              <a:gd name="connsiteX0" fmla="*/ 399 w 3142312"/>
              <a:gd name="connsiteY0" fmla="*/ 0 h 4009409"/>
              <a:gd name="connsiteX1" fmla="*/ 3135530 w 3142312"/>
              <a:gd name="connsiteY1" fmla="*/ 0 h 4009409"/>
              <a:gd name="connsiteX2" fmla="*/ 3142312 w 3142312"/>
              <a:gd name="connsiteY2" fmla="*/ 4008382 h 4009409"/>
              <a:gd name="connsiteX3" fmla="*/ 11148 w 3142312"/>
              <a:gd name="connsiteY3" fmla="*/ 4009409 h 4009409"/>
              <a:gd name="connsiteX4" fmla="*/ 399 w 3142312"/>
              <a:gd name="connsiteY4" fmla="*/ 0 h 4009409"/>
              <a:gd name="connsiteX0" fmla="*/ 622 w 3135753"/>
              <a:gd name="connsiteY0" fmla="*/ 0 h 4009409"/>
              <a:gd name="connsiteX1" fmla="*/ 3128971 w 3135753"/>
              <a:gd name="connsiteY1" fmla="*/ 0 h 4009409"/>
              <a:gd name="connsiteX2" fmla="*/ 3135753 w 3135753"/>
              <a:gd name="connsiteY2" fmla="*/ 4008382 h 4009409"/>
              <a:gd name="connsiteX3" fmla="*/ 4589 w 3135753"/>
              <a:gd name="connsiteY3" fmla="*/ 4009409 h 4009409"/>
              <a:gd name="connsiteX4" fmla="*/ 622 w 3135753"/>
              <a:gd name="connsiteY4" fmla="*/ 0 h 4009409"/>
              <a:gd name="connsiteX0" fmla="*/ 0 w 3135131"/>
              <a:gd name="connsiteY0" fmla="*/ 0 h 4009409"/>
              <a:gd name="connsiteX1" fmla="*/ 3128349 w 3135131"/>
              <a:gd name="connsiteY1" fmla="*/ 0 h 4009409"/>
              <a:gd name="connsiteX2" fmla="*/ 3135131 w 3135131"/>
              <a:gd name="connsiteY2" fmla="*/ 4008382 h 4009409"/>
              <a:gd name="connsiteX3" fmla="*/ 3967 w 3135131"/>
              <a:gd name="connsiteY3" fmla="*/ 4009409 h 4009409"/>
              <a:gd name="connsiteX4" fmla="*/ 0 w 3135131"/>
              <a:gd name="connsiteY4" fmla="*/ 0 h 4009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5131" h="4009409">
                <a:moveTo>
                  <a:pt x="0" y="0"/>
                </a:moveTo>
                <a:lnTo>
                  <a:pt x="3128349" y="0"/>
                </a:lnTo>
                <a:cubicBezTo>
                  <a:pt x="3130610" y="1336127"/>
                  <a:pt x="3131740" y="2004191"/>
                  <a:pt x="3135131" y="4008382"/>
                </a:cubicBezTo>
                <a:lnTo>
                  <a:pt x="3967" y="4009409"/>
                </a:lnTo>
                <a:cubicBezTo>
                  <a:pt x="7167" y="2672939"/>
                  <a:pt x="1983" y="2004704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marL="0" indent="0" algn="ctr">
              <a:buFontTx/>
              <a:buNone/>
              <a:defRPr sz="2133" b="0">
                <a:solidFill>
                  <a:schemeClr val="bg1"/>
                </a:solidFill>
              </a:defRPr>
            </a:lvl1pPr>
          </a:lstStyle>
          <a:p>
            <a:r>
              <a:rPr lang="fr-FR"/>
              <a:t>Faire glisser l'image vers l'espace réservé ou cliquer sur l'icône pour l'ajouter</a:t>
            </a:r>
            <a:endParaRPr lang="en-AU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1" hasCustomPrompt="1"/>
          </p:nvPr>
        </p:nvSpPr>
        <p:spPr>
          <a:xfrm>
            <a:off x="7864798" y="4528041"/>
            <a:ext cx="3889157" cy="1646623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Cliquez pour modifier les styles</a:t>
            </a:r>
            <a:br>
              <a:rPr lang="fr-FR" dirty="0"/>
            </a:br>
            <a:r>
              <a:rPr lang="fr-FR" dirty="0"/>
              <a:t>du texte du masque</a:t>
            </a:r>
          </a:p>
        </p:txBody>
      </p:sp>
      <p:sp>
        <p:nvSpPr>
          <p:cNvPr id="8" name="Espace réservé du texte 2"/>
          <p:cNvSpPr>
            <a:spLocks noGrp="1"/>
          </p:cNvSpPr>
          <p:nvPr>
            <p:ph idx="1"/>
          </p:nvPr>
        </p:nvSpPr>
        <p:spPr>
          <a:xfrm>
            <a:off x="239354" y="928723"/>
            <a:ext cx="7438164" cy="52459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pic>
        <p:nvPicPr>
          <p:cNvPr id="19" name="Imag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957" y="6343124"/>
            <a:ext cx="1526740" cy="34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016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81F154-C77A-59B1-B4ED-ECEB11274D8C}"/>
              </a:ext>
            </a:extLst>
          </p:cNvPr>
          <p:cNvSpPr/>
          <p:nvPr userDrawn="1"/>
        </p:nvSpPr>
        <p:spPr>
          <a:xfrm>
            <a:off x="-2117" y="3"/>
            <a:ext cx="12194117" cy="6857997"/>
          </a:xfrm>
          <a:prstGeom prst="rect">
            <a:avLst/>
          </a:prstGeom>
          <a:gradFill flip="none" rotWithShape="1">
            <a:gsLst>
              <a:gs pos="0">
                <a:srgbClr val="04B6E2"/>
              </a:gs>
              <a:gs pos="80000">
                <a:schemeClr val="tx1">
                  <a:lumMod val="75000"/>
                </a:schemeClr>
              </a:gs>
            </a:gsLst>
            <a:path path="rect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2400" dirty="0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9089" y="6281940"/>
            <a:ext cx="1717227" cy="38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907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45717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81F154-C77A-59B1-B4ED-ECEB11274D8C}"/>
              </a:ext>
            </a:extLst>
          </p:cNvPr>
          <p:cNvSpPr/>
          <p:nvPr userDrawn="1"/>
        </p:nvSpPr>
        <p:spPr>
          <a:xfrm>
            <a:off x="-2117" y="3"/>
            <a:ext cx="12194117" cy="6857997"/>
          </a:xfrm>
          <a:prstGeom prst="rect">
            <a:avLst/>
          </a:prstGeom>
          <a:gradFill flip="none" rotWithShape="1">
            <a:gsLst>
              <a:gs pos="0">
                <a:srgbClr val="04B6E2"/>
              </a:gs>
              <a:gs pos="80000">
                <a:schemeClr val="tx1">
                  <a:lumMod val="75000"/>
                </a:schemeClr>
              </a:gs>
            </a:gsLst>
            <a:path path="rect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2400" dirty="0"/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9089" y="6281940"/>
            <a:ext cx="1717227" cy="38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236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4" name="ZoneTexte 3"/>
          <p:cNvSpPr txBox="1"/>
          <p:nvPr userDrawn="1"/>
        </p:nvSpPr>
        <p:spPr>
          <a:xfrm>
            <a:off x="10372700" y="6546719"/>
            <a:ext cx="1762021" cy="235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933" b="0" dirty="0">
                <a:solidFill>
                  <a:schemeClr val="bg1"/>
                </a:solidFill>
              </a:rPr>
              <a:t>Thales Services</a:t>
            </a:r>
            <a:r>
              <a:rPr lang="fr-FR" sz="933" b="0" baseline="0" dirty="0">
                <a:solidFill>
                  <a:schemeClr val="bg1"/>
                </a:solidFill>
              </a:rPr>
              <a:t> Numériques</a:t>
            </a:r>
            <a:endParaRPr lang="en-US" sz="933" b="0" dirty="0" err="1">
              <a:solidFill>
                <a:schemeClr val="bg1"/>
              </a:solidFill>
            </a:endParaRPr>
          </a:p>
        </p:txBody>
      </p:sp>
      <p:sp>
        <p:nvSpPr>
          <p:cNvPr id="11" name="Titre 1"/>
          <p:cNvSpPr txBox="1">
            <a:spLocks/>
          </p:cNvSpPr>
          <p:nvPr userDrawn="1"/>
        </p:nvSpPr>
        <p:spPr>
          <a:xfrm>
            <a:off x="355687" y="1"/>
            <a:ext cx="11566244" cy="749115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algn="l" defTabSz="3429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fr-FR" sz="2667"/>
              <a:t>Cliquez et modifiez le titre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81F154-C77A-59B1-B4ED-ECEB11274D8C}"/>
              </a:ext>
            </a:extLst>
          </p:cNvPr>
          <p:cNvSpPr/>
          <p:nvPr userDrawn="1"/>
        </p:nvSpPr>
        <p:spPr>
          <a:xfrm>
            <a:off x="-2117" y="3"/>
            <a:ext cx="12194117" cy="6857997"/>
          </a:xfrm>
          <a:prstGeom prst="rect">
            <a:avLst/>
          </a:prstGeom>
          <a:gradFill flip="none" rotWithShape="1">
            <a:gsLst>
              <a:gs pos="0">
                <a:srgbClr val="04B6E2"/>
              </a:gs>
              <a:gs pos="80000">
                <a:schemeClr val="tx1">
                  <a:lumMod val="75000"/>
                </a:schemeClr>
              </a:gs>
            </a:gsLst>
            <a:path path="rect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2400" dirty="0"/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9089" y="6281940"/>
            <a:ext cx="1717227" cy="38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729700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1_Slide Title - Aerospace (IF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1" y="130627"/>
            <a:ext cx="4364923" cy="669471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sp>
        <p:nvSpPr>
          <p:cNvPr id="16" name="Rectangle 15"/>
          <p:cNvSpPr/>
          <p:nvPr userDrawn="1"/>
        </p:nvSpPr>
        <p:spPr>
          <a:xfrm>
            <a:off x="-1" y="2"/>
            <a:ext cx="10079340" cy="1342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sp>
        <p:nvSpPr>
          <p:cNvPr id="24" name="Freeform 47"/>
          <p:cNvSpPr>
            <a:spLocks/>
          </p:cNvSpPr>
          <p:nvPr userDrawn="1"/>
        </p:nvSpPr>
        <p:spPr bwMode="auto">
          <a:xfrm>
            <a:off x="6946729" y="-23563"/>
            <a:ext cx="5262259" cy="6905125"/>
          </a:xfrm>
          <a:custGeom>
            <a:avLst/>
            <a:gdLst>
              <a:gd name="T0" fmla="*/ 0 w 1237"/>
              <a:gd name="T1" fmla="*/ 1390 h 1746"/>
              <a:gd name="T2" fmla="*/ 33 w 1237"/>
              <a:gd name="T3" fmla="*/ 1746 h 1746"/>
              <a:gd name="T4" fmla="*/ 1237 w 1237"/>
              <a:gd name="T5" fmla="*/ 1746 h 1746"/>
              <a:gd name="T6" fmla="*/ 1237 w 1237"/>
              <a:gd name="T7" fmla="*/ 0 h 1746"/>
              <a:gd name="T8" fmla="*/ 584 w 1237"/>
              <a:gd name="T9" fmla="*/ 0 h 1746"/>
              <a:gd name="T10" fmla="*/ 0 w 1237"/>
              <a:gd name="T11" fmla="*/ 1390 h 1746"/>
              <a:gd name="connsiteX0" fmla="*/ 34 w 10770"/>
              <a:gd name="connsiteY0" fmla="*/ 7961 h 10400"/>
              <a:gd name="connsiteX1" fmla="*/ 100 w 10770"/>
              <a:gd name="connsiteY1" fmla="*/ 8577 h 10400"/>
              <a:gd name="connsiteX2" fmla="*/ 10034 w 10770"/>
              <a:gd name="connsiteY2" fmla="*/ 10000 h 10400"/>
              <a:gd name="connsiteX3" fmla="*/ 10034 w 10770"/>
              <a:gd name="connsiteY3" fmla="*/ 0 h 10400"/>
              <a:gd name="connsiteX4" fmla="*/ 4755 w 10770"/>
              <a:gd name="connsiteY4" fmla="*/ 0 h 10400"/>
              <a:gd name="connsiteX5" fmla="*/ 34 w 10770"/>
              <a:gd name="connsiteY5" fmla="*/ 7961 h 10400"/>
              <a:gd name="connsiteX0" fmla="*/ 34 w 10277"/>
              <a:gd name="connsiteY0" fmla="*/ 7961 h 9176"/>
              <a:gd name="connsiteX1" fmla="*/ 100 w 10277"/>
              <a:gd name="connsiteY1" fmla="*/ 8577 h 9176"/>
              <a:gd name="connsiteX2" fmla="*/ 9276 w 10277"/>
              <a:gd name="connsiteY2" fmla="*/ 8529 h 9176"/>
              <a:gd name="connsiteX3" fmla="*/ 10034 w 10277"/>
              <a:gd name="connsiteY3" fmla="*/ 0 h 9176"/>
              <a:gd name="connsiteX4" fmla="*/ 4755 w 10277"/>
              <a:gd name="connsiteY4" fmla="*/ 0 h 9176"/>
              <a:gd name="connsiteX5" fmla="*/ 34 w 10277"/>
              <a:gd name="connsiteY5" fmla="*/ 7961 h 9176"/>
              <a:gd name="connsiteX0" fmla="*/ 33 w 9764"/>
              <a:gd name="connsiteY0" fmla="*/ 8676 h 10304"/>
              <a:gd name="connsiteX1" fmla="*/ 97 w 9764"/>
              <a:gd name="connsiteY1" fmla="*/ 9347 h 10304"/>
              <a:gd name="connsiteX2" fmla="*/ 9026 w 9764"/>
              <a:gd name="connsiteY2" fmla="*/ 9295 h 10304"/>
              <a:gd name="connsiteX3" fmla="*/ 9764 w 9764"/>
              <a:gd name="connsiteY3" fmla="*/ 0 h 10304"/>
              <a:gd name="connsiteX4" fmla="*/ 4627 w 9764"/>
              <a:gd name="connsiteY4" fmla="*/ 0 h 10304"/>
              <a:gd name="connsiteX5" fmla="*/ 33 w 9764"/>
              <a:gd name="connsiteY5" fmla="*/ 8676 h 10304"/>
              <a:gd name="connsiteX0" fmla="*/ 34 w 10016"/>
              <a:gd name="connsiteY0" fmla="*/ 8420 h 9071"/>
              <a:gd name="connsiteX1" fmla="*/ 99 w 10016"/>
              <a:gd name="connsiteY1" fmla="*/ 9071 h 9071"/>
              <a:gd name="connsiteX2" fmla="*/ 9244 w 10016"/>
              <a:gd name="connsiteY2" fmla="*/ 9021 h 9071"/>
              <a:gd name="connsiteX3" fmla="*/ 10000 w 10016"/>
              <a:gd name="connsiteY3" fmla="*/ 0 h 9071"/>
              <a:gd name="connsiteX4" fmla="*/ 4739 w 10016"/>
              <a:gd name="connsiteY4" fmla="*/ 0 h 9071"/>
              <a:gd name="connsiteX5" fmla="*/ 34 w 10016"/>
              <a:gd name="connsiteY5" fmla="*/ 8420 h 9071"/>
              <a:gd name="connsiteX0" fmla="*/ 34 w 9984"/>
              <a:gd name="connsiteY0" fmla="*/ 9282 h 10000"/>
              <a:gd name="connsiteX1" fmla="*/ 99 w 9984"/>
              <a:gd name="connsiteY1" fmla="*/ 10000 h 10000"/>
              <a:gd name="connsiteX2" fmla="*/ 9229 w 9984"/>
              <a:gd name="connsiteY2" fmla="*/ 9945 h 10000"/>
              <a:gd name="connsiteX3" fmla="*/ 9984 w 9984"/>
              <a:gd name="connsiteY3" fmla="*/ 0 h 10000"/>
              <a:gd name="connsiteX4" fmla="*/ 4731 w 9984"/>
              <a:gd name="connsiteY4" fmla="*/ 0 h 10000"/>
              <a:gd name="connsiteX5" fmla="*/ 34 w 9984"/>
              <a:gd name="connsiteY5" fmla="*/ 9282 h 10000"/>
              <a:gd name="connsiteX0" fmla="*/ 34 w 10052"/>
              <a:gd name="connsiteY0" fmla="*/ 9282 h 10443"/>
              <a:gd name="connsiteX1" fmla="*/ 99 w 10052"/>
              <a:gd name="connsiteY1" fmla="*/ 10000 h 10443"/>
              <a:gd name="connsiteX2" fmla="*/ 9822 w 10052"/>
              <a:gd name="connsiteY2" fmla="*/ 10443 h 10443"/>
              <a:gd name="connsiteX3" fmla="*/ 10000 w 10052"/>
              <a:gd name="connsiteY3" fmla="*/ 0 h 10443"/>
              <a:gd name="connsiteX4" fmla="*/ 4739 w 10052"/>
              <a:gd name="connsiteY4" fmla="*/ 0 h 10443"/>
              <a:gd name="connsiteX5" fmla="*/ 34 w 10052"/>
              <a:gd name="connsiteY5" fmla="*/ 9282 h 10443"/>
              <a:gd name="connsiteX0" fmla="*/ 34 w 10000"/>
              <a:gd name="connsiteY0" fmla="*/ 9282 h 10037"/>
              <a:gd name="connsiteX1" fmla="*/ 99 w 10000"/>
              <a:gd name="connsiteY1" fmla="*/ 10000 h 10037"/>
              <a:gd name="connsiteX2" fmla="*/ 9244 w 10000"/>
              <a:gd name="connsiteY2" fmla="*/ 10037 h 10037"/>
              <a:gd name="connsiteX3" fmla="*/ 10000 w 10000"/>
              <a:gd name="connsiteY3" fmla="*/ 0 h 10037"/>
              <a:gd name="connsiteX4" fmla="*/ 4739 w 10000"/>
              <a:gd name="connsiteY4" fmla="*/ 0 h 10037"/>
              <a:gd name="connsiteX5" fmla="*/ 34 w 10000"/>
              <a:gd name="connsiteY5" fmla="*/ 9282 h 10037"/>
              <a:gd name="connsiteX0" fmla="*/ 34 w 10000"/>
              <a:gd name="connsiteY0" fmla="*/ 9282 h 10037"/>
              <a:gd name="connsiteX1" fmla="*/ 99 w 10000"/>
              <a:gd name="connsiteY1" fmla="*/ 10000 h 10037"/>
              <a:gd name="connsiteX2" fmla="*/ 9244 w 10000"/>
              <a:gd name="connsiteY2" fmla="*/ 10037 h 10037"/>
              <a:gd name="connsiteX3" fmla="*/ 10000 w 10000"/>
              <a:gd name="connsiteY3" fmla="*/ 0 h 10037"/>
              <a:gd name="connsiteX4" fmla="*/ 4739 w 10000"/>
              <a:gd name="connsiteY4" fmla="*/ 0 h 10037"/>
              <a:gd name="connsiteX5" fmla="*/ 34 w 10000"/>
              <a:gd name="connsiteY5" fmla="*/ 9282 h 10037"/>
              <a:gd name="connsiteX0" fmla="*/ 34 w 9355"/>
              <a:gd name="connsiteY0" fmla="*/ 9282 h 10037"/>
              <a:gd name="connsiteX1" fmla="*/ 99 w 9355"/>
              <a:gd name="connsiteY1" fmla="*/ 10000 h 10037"/>
              <a:gd name="connsiteX2" fmla="*/ 9244 w 9355"/>
              <a:gd name="connsiteY2" fmla="*/ 10037 h 10037"/>
              <a:gd name="connsiteX3" fmla="*/ 9266 w 9355"/>
              <a:gd name="connsiteY3" fmla="*/ 37 h 10037"/>
              <a:gd name="connsiteX4" fmla="*/ 4739 w 9355"/>
              <a:gd name="connsiteY4" fmla="*/ 0 h 10037"/>
              <a:gd name="connsiteX5" fmla="*/ 34 w 9355"/>
              <a:gd name="connsiteY5" fmla="*/ 9282 h 10037"/>
              <a:gd name="connsiteX0" fmla="*/ 36 w 10063"/>
              <a:gd name="connsiteY0" fmla="*/ 9248 h 10000"/>
              <a:gd name="connsiteX1" fmla="*/ 106 w 10063"/>
              <a:gd name="connsiteY1" fmla="*/ 9963 h 10000"/>
              <a:gd name="connsiteX2" fmla="*/ 9881 w 10063"/>
              <a:gd name="connsiteY2" fmla="*/ 10000 h 10000"/>
              <a:gd name="connsiteX3" fmla="*/ 9905 w 10063"/>
              <a:gd name="connsiteY3" fmla="*/ 37 h 10000"/>
              <a:gd name="connsiteX4" fmla="*/ 5066 w 10063"/>
              <a:gd name="connsiteY4" fmla="*/ 0 h 10000"/>
              <a:gd name="connsiteX5" fmla="*/ 36 w 10063"/>
              <a:gd name="connsiteY5" fmla="*/ 9248 h 10000"/>
              <a:gd name="connsiteX0" fmla="*/ 36 w 11201"/>
              <a:gd name="connsiteY0" fmla="*/ 9248 h 10000"/>
              <a:gd name="connsiteX1" fmla="*/ 106 w 11201"/>
              <a:gd name="connsiteY1" fmla="*/ 9963 h 10000"/>
              <a:gd name="connsiteX2" fmla="*/ 9881 w 11201"/>
              <a:gd name="connsiteY2" fmla="*/ 10000 h 10000"/>
              <a:gd name="connsiteX3" fmla="*/ 9905 w 11201"/>
              <a:gd name="connsiteY3" fmla="*/ 37 h 10000"/>
              <a:gd name="connsiteX4" fmla="*/ 5066 w 11201"/>
              <a:gd name="connsiteY4" fmla="*/ 0 h 10000"/>
              <a:gd name="connsiteX5" fmla="*/ 36 w 11201"/>
              <a:gd name="connsiteY5" fmla="*/ 9248 h 10000"/>
              <a:gd name="connsiteX0" fmla="*/ 36 w 9905"/>
              <a:gd name="connsiteY0" fmla="*/ 9248 h 10000"/>
              <a:gd name="connsiteX1" fmla="*/ 106 w 9905"/>
              <a:gd name="connsiteY1" fmla="*/ 9963 h 10000"/>
              <a:gd name="connsiteX2" fmla="*/ 9881 w 9905"/>
              <a:gd name="connsiteY2" fmla="*/ 10000 h 10000"/>
              <a:gd name="connsiteX3" fmla="*/ 9905 w 9905"/>
              <a:gd name="connsiteY3" fmla="*/ 37 h 10000"/>
              <a:gd name="connsiteX4" fmla="*/ 5066 w 9905"/>
              <a:gd name="connsiteY4" fmla="*/ 0 h 10000"/>
              <a:gd name="connsiteX5" fmla="*/ 36 w 9905"/>
              <a:gd name="connsiteY5" fmla="*/ 9248 h 10000"/>
              <a:gd name="connsiteX0" fmla="*/ 37 w 10001"/>
              <a:gd name="connsiteY0" fmla="*/ 9248 h 10000"/>
              <a:gd name="connsiteX1" fmla="*/ 108 w 10001"/>
              <a:gd name="connsiteY1" fmla="*/ 9963 h 10000"/>
              <a:gd name="connsiteX2" fmla="*/ 9977 w 10001"/>
              <a:gd name="connsiteY2" fmla="*/ 10000 h 10000"/>
              <a:gd name="connsiteX3" fmla="*/ 10001 w 10001"/>
              <a:gd name="connsiteY3" fmla="*/ 37 h 10000"/>
              <a:gd name="connsiteX4" fmla="*/ 5116 w 10001"/>
              <a:gd name="connsiteY4" fmla="*/ 0 h 10000"/>
              <a:gd name="connsiteX5" fmla="*/ 37 w 10001"/>
              <a:gd name="connsiteY5" fmla="*/ 9248 h 10000"/>
              <a:gd name="connsiteX0" fmla="*/ 37 w 10001"/>
              <a:gd name="connsiteY0" fmla="*/ 8311 h 10000"/>
              <a:gd name="connsiteX1" fmla="*/ 108 w 10001"/>
              <a:gd name="connsiteY1" fmla="*/ 9963 h 10000"/>
              <a:gd name="connsiteX2" fmla="*/ 9977 w 10001"/>
              <a:gd name="connsiteY2" fmla="*/ 10000 h 10000"/>
              <a:gd name="connsiteX3" fmla="*/ 10001 w 10001"/>
              <a:gd name="connsiteY3" fmla="*/ 37 h 10000"/>
              <a:gd name="connsiteX4" fmla="*/ 5116 w 10001"/>
              <a:gd name="connsiteY4" fmla="*/ 0 h 10000"/>
              <a:gd name="connsiteX5" fmla="*/ 37 w 10001"/>
              <a:gd name="connsiteY5" fmla="*/ 8311 h 10000"/>
              <a:gd name="connsiteX0" fmla="*/ 0 w 9964"/>
              <a:gd name="connsiteY0" fmla="*/ 8311 h 10000"/>
              <a:gd name="connsiteX1" fmla="*/ 71 w 9964"/>
              <a:gd name="connsiteY1" fmla="*/ 9963 h 10000"/>
              <a:gd name="connsiteX2" fmla="*/ 9940 w 9964"/>
              <a:gd name="connsiteY2" fmla="*/ 10000 h 10000"/>
              <a:gd name="connsiteX3" fmla="*/ 9964 w 9964"/>
              <a:gd name="connsiteY3" fmla="*/ 37 h 10000"/>
              <a:gd name="connsiteX4" fmla="*/ 5079 w 9964"/>
              <a:gd name="connsiteY4" fmla="*/ 0 h 10000"/>
              <a:gd name="connsiteX5" fmla="*/ 0 w 9964"/>
              <a:gd name="connsiteY5" fmla="*/ 8311 h 10000"/>
              <a:gd name="connsiteX0" fmla="*/ 5129 w 10032"/>
              <a:gd name="connsiteY0" fmla="*/ 0 h 10000"/>
              <a:gd name="connsiteX1" fmla="*/ 103 w 10032"/>
              <a:gd name="connsiteY1" fmla="*/ 9963 h 10000"/>
              <a:gd name="connsiteX2" fmla="*/ 10008 w 10032"/>
              <a:gd name="connsiteY2" fmla="*/ 10000 h 10000"/>
              <a:gd name="connsiteX3" fmla="*/ 10032 w 10032"/>
              <a:gd name="connsiteY3" fmla="*/ 37 h 10000"/>
              <a:gd name="connsiteX4" fmla="*/ 5129 w 10032"/>
              <a:gd name="connsiteY4" fmla="*/ 0 h 10000"/>
              <a:gd name="connsiteX0" fmla="*/ 5162 w 10065"/>
              <a:gd name="connsiteY0" fmla="*/ 0 h 10000"/>
              <a:gd name="connsiteX1" fmla="*/ 136 w 10065"/>
              <a:gd name="connsiteY1" fmla="*/ 9963 h 10000"/>
              <a:gd name="connsiteX2" fmla="*/ 10041 w 10065"/>
              <a:gd name="connsiteY2" fmla="*/ 10000 h 10000"/>
              <a:gd name="connsiteX3" fmla="*/ 10065 w 10065"/>
              <a:gd name="connsiteY3" fmla="*/ 37 h 10000"/>
              <a:gd name="connsiteX4" fmla="*/ 5162 w 10065"/>
              <a:gd name="connsiteY4" fmla="*/ 0 h 10000"/>
              <a:gd name="connsiteX0" fmla="*/ 5174 w 10077"/>
              <a:gd name="connsiteY0" fmla="*/ 0 h 10000"/>
              <a:gd name="connsiteX1" fmla="*/ 148 w 10077"/>
              <a:gd name="connsiteY1" fmla="*/ 9963 h 10000"/>
              <a:gd name="connsiteX2" fmla="*/ 10053 w 10077"/>
              <a:gd name="connsiteY2" fmla="*/ 10000 h 10000"/>
              <a:gd name="connsiteX3" fmla="*/ 10077 w 10077"/>
              <a:gd name="connsiteY3" fmla="*/ 37 h 10000"/>
              <a:gd name="connsiteX4" fmla="*/ 5174 w 10077"/>
              <a:gd name="connsiteY4" fmla="*/ 0 h 10000"/>
              <a:gd name="connsiteX0" fmla="*/ 4965 w 9868"/>
              <a:gd name="connsiteY0" fmla="*/ 0 h 10000"/>
              <a:gd name="connsiteX1" fmla="*/ 156 w 9868"/>
              <a:gd name="connsiteY1" fmla="*/ 9963 h 10000"/>
              <a:gd name="connsiteX2" fmla="*/ 9844 w 9868"/>
              <a:gd name="connsiteY2" fmla="*/ 10000 h 10000"/>
              <a:gd name="connsiteX3" fmla="*/ 9868 w 9868"/>
              <a:gd name="connsiteY3" fmla="*/ 37 h 10000"/>
              <a:gd name="connsiteX4" fmla="*/ 4965 w 9868"/>
              <a:gd name="connsiteY4" fmla="*/ 0 h 10000"/>
              <a:gd name="connsiteX0" fmla="*/ 4977 w 9946"/>
              <a:gd name="connsiteY0" fmla="*/ 0 h 10000"/>
              <a:gd name="connsiteX1" fmla="*/ 104 w 9946"/>
              <a:gd name="connsiteY1" fmla="*/ 9963 h 10000"/>
              <a:gd name="connsiteX2" fmla="*/ 9922 w 9946"/>
              <a:gd name="connsiteY2" fmla="*/ 10000 h 10000"/>
              <a:gd name="connsiteX3" fmla="*/ 9946 w 9946"/>
              <a:gd name="connsiteY3" fmla="*/ 37 h 10000"/>
              <a:gd name="connsiteX4" fmla="*/ 4977 w 9946"/>
              <a:gd name="connsiteY4" fmla="*/ 0 h 10000"/>
              <a:gd name="connsiteX0" fmla="*/ 5026 w 10022"/>
              <a:gd name="connsiteY0" fmla="*/ 0 h 10000"/>
              <a:gd name="connsiteX1" fmla="*/ 127 w 10022"/>
              <a:gd name="connsiteY1" fmla="*/ 9963 h 10000"/>
              <a:gd name="connsiteX2" fmla="*/ 9998 w 10022"/>
              <a:gd name="connsiteY2" fmla="*/ 10000 h 10000"/>
              <a:gd name="connsiteX3" fmla="*/ 10022 w 10022"/>
              <a:gd name="connsiteY3" fmla="*/ 37 h 10000"/>
              <a:gd name="connsiteX4" fmla="*/ 5026 w 10022"/>
              <a:gd name="connsiteY4" fmla="*/ 0 h 10000"/>
              <a:gd name="connsiteX0" fmla="*/ 5168 w 10164"/>
              <a:gd name="connsiteY0" fmla="*/ 0 h 10000"/>
              <a:gd name="connsiteX1" fmla="*/ 122 w 10164"/>
              <a:gd name="connsiteY1" fmla="*/ 9963 h 10000"/>
              <a:gd name="connsiteX2" fmla="*/ 10140 w 10164"/>
              <a:gd name="connsiteY2" fmla="*/ 10000 h 10000"/>
              <a:gd name="connsiteX3" fmla="*/ 10164 w 10164"/>
              <a:gd name="connsiteY3" fmla="*/ 37 h 10000"/>
              <a:gd name="connsiteX4" fmla="*/ 5168 w 10164"/>
              <a:gd name="connsiteY4" fmla="*/ 0 h 10000"/>
              <a:gd name="connsiteX0" fmla="*/ 5168 w 10164"/>
              <a:gd name="connsiteY0" fmla="*/ 0 h 9987"/>
              <a:gd name="connsiteX1" fmla="*/ 122 w 10164"/>
              <a:gd name="connsiteY1" fmla="*/ 9963 h 9987"/>
              <a:gd name="connsiteX2" fmla="*/ 10140 w 10164"/>
              <a:gd name="connsiteY2" fmla="*/ 9987 h 9987"/>
              <a:gd name="connsiteX3" fmla="*/ 10164 w 10164"/>
              <a:gd name="connsiteY3" fmla="*/ 37 h 9987"/>
              <a:gd name="connsiteX4" fmla="*/ 5168 w 10164"/>
              <a:gd name="connsiteY4" fmla="*/ 0 h 9987"/>
              <a:gd name="connsiteX0" fmla="*/ 5085 w 10000"/>
              <a:gd name="connsiteY0" fmla="*/ 1 h 10001"/>
              <a:gd name="connsiteX1" fmla="*/ 120 w 10000"/>
              <a:gd name="connsiteY1" fmla="*/ 9977 h 10001"/>
              <a:gd name="connsiteX2" fmla="*/ 9976 w 10000"/>
              <a:gd name="connsiteY2" fmla="*/ 10001 h 10001"/>
              <a:gd name="connsiteX3" fmla="*/ 10000 w 10000"/>
              <a:gd name="connsiteY3" fmla="*/ 0 h 10001"/>
              <a:gd name="connsiteX4" fmla="*/ 5085 w 10000"/>
              <a:gd name="connsiteY4" fmla="*/ 1 h 1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1">
                <a:moveTo>
                  <a:pt x="5085" y="1"/>
                </a:moveTo>
                <a:cubicBezTo>
                  <a:pt x="2196" y="2118"/>
                  <a:pt x="-623" y="5218"/>
                  <a:pt x="120" y="9977"/>
                </a:cubicBezTo>
                <a:lnTo>
                  <a:pt x="9976" y="10001"/>
                </a:lnTo>
                <a:cubicBezTo>
                  <a:pt x="9988" y="5013"/>
                  <a:pt x="9992" y="3325"/>
                  <a:pt x="10000" y="0"/>
                </a:cubicBezTo>
                <a:lnTo>
                  <a:pt x="5085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 noProof="0" dirty="0"/>
          </a:p>
        </p:txBody>
      </p:sp>
      <p:sp>
        <p:nvSpPr>
          <p:cNvPr id="11" name="Rectangle 1"/>
          <p:cNvSpPr/>
          <p:nvPr userDrawn="1"/>
        </p:nvSpPr>
        <p:spPr bwMode="auto">
          <a:xfrm>
            <a:off x="7335216" y="-12540"/>
            <a:ext cx="4857888" cy="6879007"/>
          </a:xfrm>
          <a:custGeom>
            <a:avLst/>
            <a:gdLst>
              <a:gd name="connsiteX0" fmla="*/ 0 w 3657600"/>
              <a:gd name="connsiteY0" fmla="*/ 0 h 5143500"/>
              <a:gd name="connsiteX1" fmla="*/ 3657600 w 3657600"/>
              <a:gd name="connsiteY1" fmla="*/ 0 h 5143500"/>
              <a:gd name="connsiteX2" fmla="*/ 3657600 w 3657600"/>
              <a:gd name="connsiteY2" fmla="*/ 5143500 h 5143500"/>
              <a:gd name="connsiteX3" fmla="*/ 0 w 3657600"/>
              <a:gd name="connsiteY3" fmla="*/ 5143500 h 5143500"/>
              <a:gd name="connsiteX4" fmla="*/ 0 w 3657600"/>
              <a:gd name="connsiteY4" fmla="*/ 0 h 5143500"/>
              <a:gd name="connsiteX0" fmla="*/ 2114550 w 3657600"/>
              <a:gd name="connsiteY0" fmla="*/ 9525 h 5143500"/>
              <a:gd name="connsiteX1" fmla="*/ 3657600 w 3657600"/>
              <a:gd name="connsiteY1" fmla="*/ 0 h 5143500"/>
              <a:gd name="connsiteX2" fmla="*/ 3657600 w 3657600"/>
              <a:gd name="connsiteY2" fmla="*/ 5143500 h 5143500"/>
              <a:gd name="connsiteX3" fmla="*/ 0 w 3657600"/>
              <a:gd name="connsiteY3" fmla="*/ 5143500 h 5143500"/>
              <a:gd name="connsiteX4" fmla="*/ 2114550 w 3657600"/>
              <a:gd name="connsiteY4" fmla="*/ 9525 h 5143500"/>
              <a:gd name="connsiteX0" fmla="*/ 1733550 w 3657600"/>
              <a:gd name="connsiteY0" fmla="*/ 9525 h 5143500"/>
              <a:gd name="connsiteX1" fmla="*/ 3657600 w 3657600"/>
              <a:gd name="connsiteY1" fmla="*/ 0 h 5143500"/>
              <a:gd name="connsiteX2" fmla="*/ 3657600 w 3657600"/>
              <a:gd name="connsiteY2" fmla="*/ 5143500 h 5143500"/>
              <a:gd name="connsiteX3" fmla="*/ 0 w 3657600"/>
              <a:gd name="connsiteY3" fmla="*/ 5143500 h 5143500"/>
              <a:gd name="connsiteX4" fmla="*/ 1733550 w 3657600"/>
              <a:gd name="connsiteY4" fmla="*/ 9525 h 5143500"/>
              <a:gd name="connsiteX0" fmla="*/ 1600200 w 3524250"/>
              <a:gd name="connsiteY0" fmla="*/ 9525 h 5143500"/>
              <a:gd name="connsiteX1" fmla="*/ 3524250 w 3524250"/>
              <a:gd name="connsiteY1" fmla="*/ 0 h 5143500"/>
              <a:gd name="connsiteX2" fmla="*/ 3524250 w 3524250"/>
              <a:gd name="connsiteY2" fmla="*/ 5143500 h 5143500"/>
              <a:gd name="connsiteX3" fmla="*/ 0 w 3524250"/>
              <a:gd name="connsiteY3" fmla="*/ 5143500 h 5143500"/>
              <a:gd name="connsiteX4" fmla="*/ 1600200 w 3524250"/>
              <a:gd name="connsiteY4" fmla="*/ 9525 h 5143500"/>
              <a:gd name="connsiteX0" fmla="*/ 1687405 w 3611455"/>
              <a:gd name="connsiteY0" fmla="*/ 9525 h 5143500"/>
              <a:gd name="connsiteX1" fmla="*/ 3611455 w 3611455"/>
              <a:gd name="connsiteY1" fmla="*/ 0 h 5143500"/>
              <a:gd name="connsiteX2" fmla="*/ 3611455 w 3611455"/>
              <a:gd name="connsiteY2" fmla="*/ 5143500 h 5143500"/>
              <a:gd name="connsiteX3" fmla="*/ 87205 w 3611455"/>
              <a:gd name="connsiteY3" fmla="*/ 5143500 h 5143500"/>
              <a:gd name="connsiteX4" fmla="*/ 1687405 w 3611455"/>
              <a:gd name="connsiteY4" fmla="*/ 9525 h 5143500"/>
              <a:gd name="connsiteX0" fmla="*/ 1685374 w 3609424"/>
              <a:gd name="connsiteY0" fmla="*/ 9525 h 5143500"/>
              <a:gd name="connsiteX1" fmla="*/ 3609424 w 3609424"/>
              <a:gd name="connsiteY1" fmla="*/ 0 h 5143500"/>
              <a:gd name="connsiteX2" fmla="*/ 3609424 w 3609424"/>
              <a:gd name="connsiteY2" fmla="*/ 5143500 h 5143500"/>
              <a:gd name="connsiteX3" fmla="*/ 85174 w 3609424"/>
              <a:gd name="connsiteY3" fmla="*/ 5143500 h 5143500"/>
              <a:gd name="connsiteX4" fmla="*/ 1685374 w 3609424"/>
              <a:gd name="connsiteY4" fmla="*/ 9525 h 5143500"/>
              <a:gd name="connsiteX0" fmla="*/ 1671927 w 3595977"/>
              <a:gd name="connsiteY0" fmla="*/ 9525 h 5143500"/>
              <a:gd name="connsiteX1" fmla="*/ 3595977 w 3595977"/>
              <a:gd name="connsiteY1" fmla="*/ 0 h 5143500"/>
              <a:gd name="connsiteX2" fmla="*/ 3595977 w 3595977"/>
              <a:gd name="connsiteY2" fmla="*/ 5143500 h 5143500"/>
              <a:gd name="connsiteX3" fmla="*/ 71727 w 3595977"/>
              <a:gd name="connsiteY3" fmla="*/ 5143500 h 5143500"/>
              <a:gd name="connsiteX4" fmla="*/ 1671927 w 3595977"/>
              <a:gd name="connsiteY4" fmla="*/ 9525 h 5143500"/>
              <a:gd name="connsiteX0" fmla="*/ 1696573 w 3620623"/>
              <a:gd name="connsiteY0" fmla="*/ 9525 h 5143500"/>
              <a:gd name="connsiteX1" fmla="*/ 3620623 w 3620623"/>
              <a:gd name="connsiteY1" fmla="*/ 0 h 5143500"/>
              <a:gd name="connsiteX2" fmla="*/ 3620623 w 3620623"/>
              <a:gd name="connsiteY2" fmla="*/ 5143500 h 5143500"/>
              <a:gd name="connsiteX3" fmla="*/ 96373 w 3620623"/>
              <a:gd name="connsiteY3" fmla="*/ 5143500 h 5143500"/>
              <a:gd name="connsiteX4" fmla="*/ 1696573 w 3620623"/>
              <a:gd name="connsiteY4" fmla="*/ 9525 h 5143500"/>
              <a:gd name="connsiteX0" fmla="*/ 1714885 w 3638935"/>
              <a:gd name="connsiteY0" fmla="*/ 9525 h 5143500"/>
              <a:gd name="connsiteX1" fmla="*/ 3638935 w 3638935"/>
              <a:gd name="connsiteY1" fmla="*/ 0 h 5143500"/>
              <a:gd name="connsiteX2" fmla="*/ 3638935 w 3638935"/>
              <a:gd name="connsiteY2" fmla="*/ 5143500 h 5143500"/>
              <a:gd name="connsiteX3" fmla="*/ 114685 w 3638935"/>
              <a:gd name="connsiteY3" fmla="*/ 5143500 h 5143500"/>
              <a:gd name="connsiteX4" fmla="*/ 1714885 w 3638935"/>
              <a:gd name="connsiteY4" fmla="*/ 9525 h 5143500"/>
              <a:gd name="connsiteX0" fmla="*/ 1718138 w 3642188"/>
              <a:gd name="connsiteY0" fmla="*/ 9525 h 5143500"/>
              <a:gd name="connsiteX1" fmla="*/ 3642188 w 3642188"/>
              <a:gd name="connsiteY1" fmla="*/ 0 h 5143500"/>
              <a:gd name="connsiteX2" fmla="*/ 3642188 w 3642188"/>
              <a:gd name="connsiteY2" fmla="*/ 5143500 h 5143500"/>
              <a:gd name="connsiteX3" fmla="*/ 117938 w 3642188"/>
              <a:gd name="connsiteY3" fmla="*/ 5143500 h 5143500"/>
              <a:gd name="connsiteX4" fmla="*/ 1718138 w 3642188"/>
              <a:gd name="connsiteY4" fmla="*/ 9525 h 5143500"/>
              <a:gd name="connsiteX0" fmla="*/ 1729957 w 3654007"/>
              <a:gd name="connsiteY0" fmla="*/ 9525 h 5149850"/>
              <a:gd name="connsiteX1" fmla="*/ 3654007 w 3654007"/>
              <a:gd name="connsiteY1" fmla="*/ 0 h 5149850"/>
              <a:gd name="connsiteX2" fmla="*/ 3654007 w 3654007"/>
              <a:gd name="connsiteY2" fmla="*/ 5143500 h 5149850"/>
              <a:gd name="connsiteX3" fmla="*/ 117057 w 3654007"/>
              <a:gd name="connsiteY3" fmla="*/ 5149850 h 5149850"/>
              <a:gd name="connsiteX4" fmla="*/ 1729957 w 3654007"/>
              <a:gd name="connsiteY4" fmla="*/ 9525 h 5149850"/>
              <a:gd name="connsiteX0" fmla="*/ 1652638 w 3576688"/>
              <a:gd name="connsiteY0" fmla="*/ 9525 h 5149850"/>
              <a:gd name="connsiteX1" fmla="*/ 3576688 w 3576688"/>
              <a:gd name="connsiteY1" fmla="*/ 0 h 5149850"/>
              <a:gd name="connsiteX2" fmla="*/ 3576688 w 3576688"/>
              <a:gd name="connsiteY2" fmla="*/ 5143500 h 5149850"/>
              <a:gd name="connsiteX3" fmla="*/ 39738 w 3576688"/>
              <a:gd name="connsiteY3" fmla="*/ 5149850 h 5149850"/>
              <a:gd name="connsiteX4" fmla="*/ 1652638 w 3576688"/>
              <a:gd name="connsiteY4" fmla="*/ 9525 h 5149850"/>
              <a:gd name="connsiteX0" fmla="*/ 1715094 w 3639144"/>
              <a:gd name="connsiteY0" fmla="*/ 9525 h 5149850"/>
              <a:gd name="connsiteX1" fmla="*/ 3639144 w 3639144"/>
              <a:gd name="connsiteY1" fmla="*/ 0 h 5149850"/>
              <a:gd name="connsiteX2" fmla="*/ 3639144 w 3639144"/>
              <a:gd name="connsiteY2" fmla="*/ 5143500 h 5149850"/>
              <a:gd name="connsiteX3" fmla="*/ 102194 w 3639144"/>
              <a:gd name="connsiteY3" fmla="*/ 5149850 h 5149850"/>
              <a:gd name="connsiteX4" fmla="*/ 1715094 w 3639144"/>
              <a:gd name="connsiteY4" fmla="*/ 9525 h 5149850"/>
              <a:gd name="connsiteX0" fmla="*/ 1709147 w 3639547"/>
              <a:gd name="connsiteY0" fmla="*/ 0 h 5165725"/>
              <a:gd name="connsiteX1" fmla="*/ 3639547 w 3639547"/>
              <a:gd name="connsiteY1" fmla="*/ 15875 h 5165725"/>
              <a:gd name="connsiteX2" fmla="*/ 3639547 w 3639547"/>
              <a:gd name="connsiteY2" fmla="*/ 5159375 h 5165725"/>
              <a:gd name="connsiteX3" fmla="*/ 102597 w 3639547"/>
              <a:gd name="connsiteY3" fmla="*/ 5165725 h 5165725"/>
              <a:gd name="connsiteX4" fmla="*/ 1709147 w 3639547"/>
              <a:gd name="connsiteY4" fmla="*/ 0 h 5165725"/>
              <a:gd name="connsiteX0" fmla="*/ 1701671 w 3632071"/>
              <a:gd name="connsiteY0" fmla="*/ 0 h 5165725"/>
              <a:gd name="connsiteX1" fmla="*/ 3632071 w 3632071"/>
              <a:gd name="connsiteY1" fmla="*/ 15875 h 5165725"/>
              <a:gd name="connsiteX2" fmla="*/ 3632071 w 3632071"/>
              <a:gd name="connsiteY2" fmla="*/ 5159375 h 5165725"/>
              <a:gd name="connsiteX3" fmla="*/ 95121 w 3632071"/>
              <a:gd name="connsiteY3" fmla="*/ 5165725 h 5165725"/>
              <a:gd name="connsiteX4" fmla="*/ 1701671 w 3632071"/>
              <a:gd name="connsiteY4" fmla="*/ 0 h 5165725"/>
              <a:gd name="connsiteX0" fmla="*/ 1705460 w 3635860"/>
              <a:gd name="connsiteY0" fmla="*/ 0 h 5165725"/>
              <a:gd name="connsiteX1" fmla="*/ 3635860 w 3635860"/>
              <a:gd name="connsiteY1" fmla="*/ 15875 h 5165725"/>
              <a:gd name="connsiteX2" fmla="*/ 3635860 w 3635860"/>
              <a:gd name="connsiteY2" fmla="*/ 5159375 h 5165725"/>
              <a:gd name="connsiteX3" fmla="*/ 98910 w 3635860"/>
              <a:gd name="connsiteY3" fmla="*/ 5165725 h 5165725"/>
              <a:gd name="connsiteX4" fmla="*/ 1705460 w 3635860"/>
              <a:gd name="connsiteY4" fmla="*/ 0 h 5165725"/>
              <a:gd name="connsiteX0" fmla="*/ 1711650 w 3642050"/>
              <a:gd name="connsiteY0" fmla="*/ 0 h 5165725"/>
              <a:gd name="connsiteX1" fmla="*/ 3642050 w 3642050"/>
              <a:gd name="connsiteY1" fmla="*/ 15875 h 5165725"/>
              <a:gd name="connsiteX2" fmla="*/ 3642050 w 3642050"/>
              <a:gd name="connsiteY2" fmla="*/ 5159375 h 5165725"/>
              <a:gd name="connsiteX3" fmla="*/ 105100 w 3642050"/>
              <a:gd name="connsiteY3" fmla="*/ 5165725 h 5165725"/>
              <a:gd name="connsiteX4" fmla="*/ 1711650 w 3642050"/>
              <a:gd name="connsiteY4" fmla="*/ 0 h 5165725"/>
              <a:gd name="connsiteX0" fmla="*/ 1703561 w 3642587"/>
              <a:gd name="connsiteY0" fmla="*/ 0 h 5159255"/>
              <a:gd name="connsiteX1" fmla="*/ 3642587 w 3642587"/>
              <a:gd name="connsiteY1" fmla="*/ 9405 h 5159255"/>
              <a:gd name="connsiteX2" fmla="*/ 3642587 w 3642587"/>
              <a:gd name="connsiteY2" fmla="*/ 5152905 h 5159255"/>
              <a:gd name="connsiteX3" fmla="*/ 105637 w 3642587"/>
              <a:gd name="connsiteY3" fmla="*/ 5159255 h 5159255"/>
              <a:gd name="connsiteX4" fmla="*/ 1703561 w 3642587"/>
              <a:gd name="connsiteY4" fmla="*/ 0 h 5159255"/>
              <a:gd name="connsiteX0" fmla="*/ 1703561 w 3642587"/>
              <a:gd name="connsiteY0" fmla="*/ 0 h 5159255"/>
              <a:gd name="connsiteX1" fmla="*/ 3633961 w 3642587"/>
              <a:gd name="connsiteY1" fmla="*/ 2936 h 5159255"/>
              <a:gd name="connsiteX2" fmla="*/ 3642587 w 3642587"/>
              <a:gd name="connsiteY2" fmla="*/ 5152905 h 5159255"/>
              <a:gd name="connsiteX3" fmla="*/ 105637 w 3642587"/>
              <a:gd name="connsiteY3" fmla="*/ 5159255 h 5159255"/>
              <a:gd name="connsiteX4" fmla="*/ 1703561 w 3642587"/>
              <a:gd name="connsiteY4" fmla="*/ 0 h 5159255"/>
              <a:gd name="connsiteX0" fmla="*/ 1703561 w 3643416"/>
              <a:gd name="connsiteY0" fmla="*/ 0 h 5159255"/>
              <a:gd name="connsiteX1" fmla="*/ 3642587 w 3643416"/>
              <a:gd name="connsiteY1" fmla="*/ 2936 h 5159255"/>
              <a:gd name="connsiteX2" fmla="*/ 3642587 w 3643416"/>
              <a:gd name="connsiteY2" fmla="*/ 5152905 h 5159255"/>
              <a:gd name="connsiteX3" fmla="*/ 105637 w 3643416"/>
              <a:gd name="connsiteY3" fmla="*/ 5159255 h 5159255"/>
              <a:gd name="connsiteX4" fmla="*/ 1703561 w 3643416"/>
              <a:gd name="connsiteY4" fmla="*/ 0 h 5159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43416" h="5159255">
                <a:moveTo>
                  <a:pt x="1703561" y="0"/>
                </a:moveTo>
                <a:lnTo>
                  <a:pt x="3642587" y="2936"/>
                </a:lnTo>
                <a:cubicBezTo>
                  <a:pt x="3645462" y="1719592"/>
                  <a:pt x="3639712" y="3436249"/>
                  <a:pt x="3642587" y="5152905"/>
                </a:cubicBezTo>
                <a:lnTo>
                  <a:pt x="105637" y="5159255"/>
                </a:lnTo>
                <a:cubicBezTo>
                  <a:pt x="-373788" y="2698630"/>
                  <a:pt x="887586" y="796925"/>
                  <a:pt x="1703561" y="0"/>
                </a:cubicBez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GB" sz="1800" noProof="0" dirty="0"/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402734" y="1342955"/>
            <a:ext cx="6557364" cy="4254383"/>
          </a:xfrm>
        </p:spPr>
        <p:txBody>
          <a:bodyPr/>
          <a:lstStyle>
            <a:lvl1pPr marL="150276" indent="0" algn="l">
              <a:defRPr sz="3467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to edit Master</a:t>
            </a:r>
            <a:br>
              <a:rPr lang="en-GB" noProof="0" dirty="0"/>
            </a:br>
            <a:r>
              <a:rPr lang="en-GB" noProof="0" dirty="0"/>
              <a:t>title style</a:t>
            </a:r>
          </a:p>
        </p:txBody>
      </p:sp>
      <p:sp>
        <p:nvSpPr>
          <p:cNvPr id="32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402734" y="4179769"/>
            <a:ext cx="6557364" cy="379656"/>
          </a:xfrm>
        </p:spPr>
        <p:txBody>
          <a:bodyPr anchor="t" anchorCtr="0">
            <a:spAutoFit/>
          </a:bodyPr>
          <a:lstStyle>
            <a:lvl1pPr marL="15027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 b="1" cap="none" baseline="0">
                <a:solidFill>
                  <a:schemeClr val="bg2"/>
                </a:solidFill>
              </a:defRPr>
            </a:lvl1pPr>
            <a:lvl2pPr marL="457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 dirty="0"/>
              <a:t>Click to edit master subtitle style</a:t>
            </a:r>
          </a:p>
        </p:txBody>
      </p:sp>
      <p:sp>
        <p:nvSpPr>
          <p:cNvPr id="10" name="Rectangle 1030"/>
          <p:cNvSpPr>
            <a:spLocks noChangeArrowheads="1"/>
          </p:cNvSpPr>
          <p:nvPr userDrawn="1"/>
        </p:nvSpPr>
        <p:spPr bwMode="auto">
          <a:xfrm>
            <a:off x="292161" y="6425908"/>
            <a:ext cx="5871633" cy="182033"/>
          </a:xfrm>
          <a:prstGeom prst="rect">
            <a:avLst/>
          </a:prstGeom>
          <a:noFill/>
          <a:ln>
            <a:noFill/>
          </a:ln>
          <a:effectLst/>
        </p:spPr>
        <p:txBody>
          <a:bodyPr tIns="0" bIns="0">
            <a:noAutofit/>
          </a:bodyPr>
          <a:lstStyle/>
          <a:p>
            <a:pPr algn="l"/>
            <a:r>
              <a:rPr lang="en-GB" sz="1200" noProof="0" dirty="0">
                <a:solidFill>
                  <a:schemeClr val="tx1"/>
                </a:solidFill>
                <a:latin typeface="Century Gothic" pitchFamily="34" charset="0"/>
              </a:rPr>
              <a:t>www.thalesgroup.com</a:t>
            </a:r>
          </a:p>
        </p:txBody>
      </p:sp>
      <p:sp>
        <p:nvSpPr>
          <p:cNvPr id="13" name="Demi-cadre 12"/>
          <p:cNvSpPr/>
          <p:nvPr userDrawn="1"/>
        </p:nvSpPr>
        <p:spPr bwMode="auto">
          <a:xfrm>
            <a:off x="402732" y="1931315"/>
            <a:ext cx="514885" cy="525284"/>
          </a:xfrm>
          <a:prstGeom prst="halfFrame">
            <a:avLst>
              <a:gd name="adj1" fmla="val 12269"/>
              <a:gd name="adj2" fmla="val 13535"/>
            </a:avLst>
          </a:prstGeom>
          <a:solidFill>
            <a:schemeClr val="bg2"/>
          </a:solidFill>
          <a:ln>
            <a:noFill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GB" sz="2400" noProof="0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34" y="346078"/>
            <a:ext cx="2934193" cy="6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063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au ">
  <p:cSld name="Tableau 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Shape 420"/>
          <p:cNvSpPr txBox="1">
            <a:spLocks noGrp="1"/>
          </p:cNvSpPr>
          <p:nvPr>
            <p:ph type="title"/>
          </p:nvPr>
        </p:nvSpPr>
        <p:spPr>
          <a:xfrm>
            <a:off x="618800" y="717000"/>
            <a:ext cx="9030000" cy="538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1" name="Shape 421"/>
          <p:cNvSpPr txBox="1">
            <a:spLocks noGrp="1"/>
          </p:cNvSpPr>
          <p:nvPr>
            <p:ph type="subTitle" idx="1"/>
          </p:nvPr>
        </p:nvSpPr>
        <p:spPr>
          <a:xfrm>
            <a:off x="618800" y="1087933"/>
            <a:ext cx="9778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000"/>
              <a:buFont typeface="Open Sans Light"/>
              <a:buNone/>
              <a:defRPr sz="2667">
                <a:solidFill>
                  <a:srgbClr val="999999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SzPts val="2800"/>
              <a:buNone/>
              <a:defRPr sz="3733"/>
            </a:lvl3pPr>
            <a:lvl4pPr lvl="3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SzPts val="2800"/>
              <a:buNone/>
              <a:defRPr sz="3733"/>
            </a:lvl4pPr>
            <a:lvl5pPr lvl="4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SzPts val="2800"/>
              <a:buNone/>
              <a:defRPr sz="3733"/>
            </a:lvl5pPr>
            <a:lvl6pPr lvl="5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SzPts val="2800"/>
              <a:buNone/>
              <a:defRPr sz="3733"/>
            </a:lvl6pPr>
            <a:lvl7pPr lvl="6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SzPts val="2800"/>
              <a:buNone/>
              <a:defRPr sz="3733"/>
            </a:lvl7pPr>
            <a:lvl8pPr lvl="7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SzPts val="2800"/>
              <a:buNone/>
              <a:defRPr sz="3733"/>
            </a:lvl8pPr>
            <a:lvl9pPr lvl="8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81F154-C77A-59B1-B4ED-ECEB11274D8C}"/>
              </a:ext>
            </a:extLst>
          </p:cNvPr>
          <p:cNvSpPr/>
          <p:nvPr userDrawn="1"/>
        </p:nvSpPr>
        <p:spPr>
          <a:xfrm>
            <a:off x="-2117" y="3"/>
            <a:ext cx="12194117" cy="6857997"/>
          </a:xfrm>
          <a:prstGeom prst="rect">
            <a:avLst/>
          </a:prstGeom>
          <a:gradFill flip="none" rotWithShape="1">
            <a:gsLst>
              <a:gs pos="0">
                <a:srgbClr val="04B6E2"/>
              </a:gs>
              <a:gs pos="80000">
                <a:schemeClr val="tx1">
                  <a:lumMod val="75000"/>
                </a:schemeClr>
              </a:gs>
            </a:gsLst>
            <a:path path="rect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2400" dirty="0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9089" y="6281940"/>
            <a:ext cx="1717227" cy="38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241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55687" y="1"/>
            <a:ext cx="11566244" cy="7491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39354" y="928723"/>
            <a:ext cx="11682577" cy="52459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  <p:sp>
        <p:nvSpPr>
          <p:cNvPr id="21" name="Espace réservé du numéro de diapositive 5"/>
          <p:cNvSpPr txBox="1">
            <a:spLocks/>
          </p:cNvSpPr>
          <p:nvPr/>
        </p:nvSpPr>
        <p:spPr>
          <a:xfrm>
            <a:off x="177649" y="6403771"/>
            <a:ext cx="1048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4350D62-B6BB-E847-B7AB-6B0C5C66D2F8}" type="slidenum">
              <a:rPr lang="fr-FR" sz="1200" smtClean="0">
                <a:solidFill>
                  <a:srgbClr val="333366"/>
                </a:solidFill>
              </a:rPr>
              <a:pPr algn="l"/>
              <a:t>‹N°›</a:t>
            </a:fld>
            <a:endParaRPr lang="fr-FR" sz="1200" dirty="0">
              <a:solidFill>
                <a:srgbClr val="333366"/>
              </a:solidFill>
            </a:endParaRPr>
          </a:p>
        </p:txBody>
      </p:sp>
      <p:cxnSp>
        <p:nvCxnSpPr>
          <p:cNvPr id="13" name="Straight Connector 3"/>
          <p:cNvCxnSpPr/>
          <p:nvPr/>
        </p:nvCxnSpPr>
        <p:spPr bwMode="auto">
          <a:xfrm>
            <a:off x="-5941" y="751217"/>
            <a:ext cx="12197941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7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Rectangle 18"/>
          <p:cNvSpPr/>
          <p:nvPr userDrawn="1"/>
        </p:nvSpPr>
        <p:spPr bwMode="auto">
          <a:xfrm>
            <a:off x="-3121" y="160674"/>
            <a:ext cx="240000" cy="410433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U" sz="1867" b="0" i="0" u="none" strike="noStrike" cap="none" normalizeH="0" baseline="0">
              <a:ln>
                <a:noFill/>
              </a:ln>
              <a:solidFill>
                <a:srgbClr val="323265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0" name="Freeform 22"/>
          <p:cNvSpPr>
            <a:spLocks/>
          </p:cNvSpPr>
          <p:nvPr userDrawn="1"/>
        </p:nvSpPr>
        <p:spPr bwMode="auto">
          <a:xfrm rot="10800000" flipH="1">
            <a:off x="212929" y="6456764"/>
            <a:ext cx="277824" cy="291115"/>
          </a:xfrm>
          <a:custGeom>
            <a:avLst/>
            <a:gdLst>
              <a:gd name="T0" fmla="*/ 39 w 412"/>
              <a:gd name="T1" fmla="*/ 411 h 411"/>
              <a:gd name="T2" fmla="*/ 0 w 412"/>
              <a:gd name="T3" fmla="*/ 411 h 411"/>
              <a:gd name="T4" fmla="*/ 0 w 412"/>
              <a:gd name="T5" fmla="*/ 0 h 411"/>
              <a:gd name="T6" fmla="*/ 412 w 412"/>
              <a:gd name="T7" fmla="*/ 0 h 411"/>
              <a:gd name="T8" fmla="*/ 412 w 412"/>
              <a:gd name="T9" fmla="*/ 39 h 411"/>
              <a:gd name="T10" fmla="*/ 39 w 412"/>
              <a:gd name="T11" fmla="*/ 39 h 411"/>
              <a:gd name="T12" fmla="*/ 39 w 412"/>
              <a:gd name="T13" fmla="*/ 411 h 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12" h="411">
                <a:moveTo>
                  <a:pt x="39" y="411"/>
                </a:moveTo>
                <a:lnTo>
                  <a:pt x="0" y="411"/>
                </a:lnTo>
                <a:lnTo>
                  <a:pt x="0" y="0"/>
                </a:lnTo>
                <a:lnTo>
                  <a:pt x="412" y="0"/>
                </a:lnTo>
                <a:lnTo>
                  <a:pt x="412" y="39"/>
                </a:lnTo>
                <a:lnTo>
                  <a:pt x="39" y="39"/>
                </a:lnTo>
                <a:lnTo>
                  <a:pt x="39" y="41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1A8E1B9-8292-AF4B-A9E9-C62B219DE69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291667" y="6439656"/>
            <a:ext cx="1608667" cy="211833"/>
          </a:xfrm>
          <a:prstGeom prst="rect">
            <a:avLst/>
          </a:prstGeom>
          <a:solidFill>
            <a:schemeClr val="bg1">
              <a:alpha val="50000"/>
            </a:schemeClr>
          </a:solidFill>
          <a:ln w="635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wrap="square" tIns="62400" anchor="ctr" anchorCtr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67" b="0" dirty="0">
                <a:solidFill>
                  <a:schemeClr val="bg1">
                    <a:lumMod val="65000"/>
                  </a:schemeClr>
                </a:solidFill>
                <a:latin typeface="Arial" charset="0"/>
              </a:rPr>
              <a:t>OPEN</a:t>
            </a:r>
          </a:p>
        </p:txBody>
      </p:sp>
      <p:pic>
        <p:nvPicPr>
          <p:cNvPr id="4" name="Image 3"/>
          <p:cNvPicPr>
            <a:picLocks noChangeAspect="1"/>
          </p:cNvPicPr>
          <p:nvPr userDrawn="1"/>
        </p:nvPicPr>
        <p:blipFill>
          <a:blip r:embed="rId1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8037" y="6184056"/>
            <a:ext cx="1793203" cy="673945"/>
          </a:xfrm>
          <a:prstGeom prst="rect">
            <a:avLst/>
          </a:prstGeom>
        </p:spPr>
      </p:pic>
      <p:sp>
        <p:nvSpPr>
          <p:cNvPr id="10" name="Rectangle 13"/>
          <p:cNvSpPr>
            <a:spLocks noChangeArrowheads="1"/>
          </p:cNvSpPr>
          <p:nvPr userDrawn="1"/>
        </p:nvSpPr>
        <p:spPr bwMode="auto">
          <a:xfrm>
            <a:off x="-2117" y="175296"/>
            <a:ext cx="239184" cy="379656"/>
          </a:xfrm>
          <a:prstGeom prst="rect">
            <a:avLst/>
          </a:prstGeom>
          <a:solidFill>
            <a:srgbClr val="00BBDC"/>
          </a:solidFill>
          <a:ln>
            <a:noFill/>
          </a:ln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entury Gothic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entury Gothic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entury Gothic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entury Gothic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entury Gothic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cs typeface="Arial" pitchFamily="34" charset="0"/>
              </a:defRPr>
            </a:lvl9pPr>
          </a:lstStyle>
          <a:p>
            <a:pPr algn="ctr" defTabSz="1219170"/>
            <a:endParaRPr lang="en-AU" altLang="en-US" sz="1867">
              <a:solidFill>
                <a:srgbClr val="323265"/>
              </a:solidFill>
              <a:latin typeface="Arial" pitchFamily="34" charset="0"/>
            </a:endParaRPr>
          </a:p>
        </p:txBody>
      </p:sp>
      <p:sp>
        <p:nvSpPr>
          <p:cNvPr id="7" name="MSIPCMContentMarking" descr="{&quot;HashCode&quot;:-1940885670,&quot;Placement&quot;:&quot;Header&quot;,&quot;Top&quot;:0.0,&quot;Left&quot;:0.0,&quot;SlideWidth&quot;:960,&quot;SlideHeight&quot;:540}">
            <a:extLst>
              <a:ext uri="{FF2B5EF4-FFF2-40B4-BE49-F238E27FC236}">
                <a16:creationId xmlns:a16="http://schemas.microsoft.com/office/drawing/2014/main" id="{224B2F63-DF28-46CB-8750-24A2513BEAF7}"/>
              </a:ext>
            </a:extLst>
          </p:cNvPr>
          <p:cNvSpPr txBox="1"/>
          <p:nvPr userDrawn="1"/>
        </p:nvSpPr>
        <p:spPr>
          <a:xfrm>
            <a:off x="0" y="0"/>
            <a:ext cx="26077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000">
                <a:solidFill>
                  <a:srgbClr val="008000"/>
                </a:solidFill>
                <a:latin typeface="Calibri" panose="020F0502020204030204" pitchFamily="34" charset="0"/>
              </a:rPr>
              <a:t> </a:t>
            </a:r>
            <a:endParaRPr lang="fr-FR" sz="1000" dirty="0" err="1">
              <a:solidFill>
                <a:srgbClr val="00800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MSIPCMContentMarking" descr="{&quot;HashCode&quot;:-1015464427,&quot;Placement&quot;:&quot;Footer&quot;,&quot;Top&quot;:519.343,&quot;Left&quot;:384.403778,&quot;SlideWidth&quot;:960,&quot;SlideHeight&quot;:540}">
            <a:extLst>
              <a:ext uri="{FF2B5EF4-FFF2-40B4-BE49-F238E27FC236}">
                <a16:creationId xmlns:a16="http://schemas.microsoft.com/office/drawing/2014/main" id="{8D5FE84C-C5F9-4032-80DC-D972B76F56B4}"/>
              </a:ext>
            </a:extLst>
          </p:cNvPr>
          <p:cNvSpPr txBox="1"/>
          <p:nvPr userDrawn="1"/>
        </p:nvSpPr>
        <p:spPr>
          <a:xfrm>
            <a:off x="4881928" y="6595656"/>
            <a:ext cx="2428145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000">
                <a:solidFill>
                  <a:srgbClr val="008000"/>
                </a:solidFill>
                <a:latin typeface="Calibri" panose="020F0502020204030204" pitchFamily="34" charset="0"/>
              </a:rPr>
              <a:t>{THALES GROUP LIMITED DISTRIBUTION}</a:t>
            </a:r>
            <a:endParaRPr lang="fr-FR" sz="1000" dirty="0" err="1">
              <a:solidFill>
                <a:srgbClr val="008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516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457189" rtl="0" eaLnBrk="1" latinLnBrk="0" hangingPunct="1">
        <a:lnSpc>
          <a:spcPct val="90000"/>
        </a:lnSpc>
        <a:spcBef>
          <a:spcPct val="0"/>
        </a:spcBef>
        <a:buNone/>
        <a:defRPr sz="2667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1" indent="-180970" algn="l" defTabSz="457189" rtl="0" eaLnBrk="1" latinLnBrk="0" hangingPunct="1">
        <a:lnSpc>
          <a:spcPct val="100000"/>
        </a:lnSpc>
        <a:spcBef>
          <a:spcPts val="600"/>
        </a:spcBef>
        <a:spcAft>
          <a:spcPts val="700"/>
        </a:spcAft>
        <a:buClr>
          <a:schemeClr val="bg2"/>
        </a:buClr>
        <a:buSzPct val="90000"/>
        <a:buFont typeface="Century Gothic" panose="020B0502020202020204" pitchFamily="34" charset="0"/>
        <a:buChar char="▌"/>
        <a:tabLst>
          <a:tab pos="985814" algn="l"/>
        </a:tabLst>
        <a:defRPr lang="fr-FR" sz="2400" b="1" kern="1200" dirty="0" smtClean="0">
          <a:solidFill>
            <a:schemeClr val="bg2"/>
          </a:solidFill>
          <a:latin typeface="+mn-lt"/>
          <a:ea typeface="+mn-ea"/>
          <a:cs typeface="+mn-cs"/>
        </a:defRPr>
      </a:lvl1pPr>
      <a:lvl2pPr marL="603236" indent="-245527" algn="l" defTabSz="457189" rtl="0" eaLnBrk="1" latinLnBrk="0" hangingPunct="1">
        <a:spcBef>
          <a:spcPts val="300"/>
        </a:spcBef>
        <a:spcAft>
          <a:spcPts val="600"/>
        </a:spcAft>
        <a:buSzPct val="100000"/>
        <a:buFontTx/>
        <a:buBlip>
          <a:blip r:embed="rId13"/>
        </a:buBlip>
        <a:tabLst/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76" indent="-237061" algn="l" defTabSz="457189" rtl="0" eaLnBrk="1" latinLnBrk="0" hangingPunct="1">
        <a:spcBef>
          <a:spcPts val="0"/>
        </a:spcBef>
        <a:spcAft>
          <a:spcPts val="200"/>
        </a:spcAft>
        <a:buSzPct val="100000"/>
        <a:buFont typeface="Lucida Grande"/>
        <a:buChar char="-"/>
        <a:tabLst/>
        <a:defRPr sz="2000" kern="1200">
          <a:solidFill>
            <a:schemeClr val="accent4"/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Image 97">
            <a:extLst>
              <a:ext uri="{FF2B5EF4-FFF2-40B4-BE49-F238E27FC236}">
                <a16:creationId xmlns:a16="http://schemas.microsoft.com/office/drawing/2014/main" id="{C460CAF4-1147-488F-8DA8-606F22141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7946"/>
            <a:ext cx="12192000" cy="5362107"/>
          </a:xfrm>
          <a:prstGeom prst="rect">
            <a:avLst/>
          </a:prstGeom>
        </p:spPr>
      </p:pic>
      <p:sp>
        <p:nvSpPr>
          <p:cNvPr id="99" name="Titre 1">
            <a:extLst>
              <a:ext uri="{FF2B5EF4-FFF2-40B4-BE49-F238E27FC236}">
                <a16:creationId xmlns:a16="http://schemas.microsoft.com/office/drawing/2014/main" id="{1877FF19-6D39-4527-9871-45F5630BC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87" y="1"/>
            <a:ext cx="11566244" cy="749115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CODIR CIS</a:t>
            </a:r>
          </a:p>
        </p:txBody>
      </p:sp>
    </p:spTree>
    <p:extLst>
      <p:ext uri="{BB962C8B-B14F-4D97-AF65-F5344CB8AC3E}">
        <p14:creationId xmlns:p14="http://schemas.microsoft.com/office/powerpoint/2010/main" val="1570045673"/>
      </p:ext>
    </p:extLst>
  </p:cSld>
  <p:clrMapOvr>
    <a:masterClrMapping/>
  </p:clrMapOvr>
</p:sld>
</file>

<file path=ppt/theme/theme1.xml><?xml version="1.0" encoding="utf-8"?>
<a:theme xmlns:a="http://schemas.openxmlformats.org/drawingml/2006/main" name="Thales_global_4.3_VF">
  <a:themeElements>
    <a:clrScheme name="Thales NEW">
      <a:dk1>
        <a:srgbClr val="242A75"/>
      </a:dk1>
      <a:lt1>
        <a:srgbClr val="FFFFFF"/>
      </a:lt1>
      <a:dk2>
        <a:srgbClr val="242A75"/>
      </a:dk2>
      <a:lt2>
        <a:srgbClr val="309DB5"/>
      </a:lt2>
      <a:accent1>
        <a:srgbClr val="B42573"/>
      </a:accent1>
      <a:accent2>
        <a:srgbClr val="7D7EAB"/>
      </a:accent2>
      <a:accent3>
        <a:srgbClr val="69A3B9"/>
      </a:accent3>
      <a:accent4>
        <a:srgbClr val="253746"/>
      </a:accent4>
      <a:accent5>
        <a:srgbClr val="C3D600"/>
      </a:accent5>
      <a:accent6>
        <a:srgbClr val="E1CD00"/>
      </a:accent6>
      <a:hlink>
        <a:srgbClr val="242A75"/>
      </a:hlink>
      <a:folHlink>
        <a:srgbClr val="242A75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bg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ésentation25" id="{9A08FACF-BD2F-D541-876A-53578789CF23}" vid="{B104D5E9-03DF-EB4C-B1FF-B8672E8F5B7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Grand écran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Arial</vt:lpstr>
      <vt:lpstr>Calibri</vt:lpstr>
      <vt:lpstr>Century Gothic</vt:lpstr>
      <vt:lpstr>Lucida Grande</vt:lpstr>
      <vt:lpstr>Open Sans Light</vt:lpstr>
      <vt:lpstr>Thales_global_4.3_VF</vt:lpstr>
      <vt:lpstr>CODIR CIS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CODIR CIS</dc:title>
  <dc:creator>MENNETEAU Magali</dc:creator>
  <cp:lastModifiedBy>MENNETEAU Magali</cp:lastModifiedBy>
  <cp:revision>2</cp:revision>
  <dcterms:created xsi:type="dcterms:W3CDTF">2026-02-25T08:17:00Z</dcterms:created>
  <dcterms:modified xsi:type="dcterms:W3CDTF">2026-03-16T10:00:33Z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f3970a7-9045-4e66-851b-0f6441328e62_Enabled">
    <vt:lpwstr>true</vt:lpwstr>
  </property>
  <property fmtid="{D5CDD505-2E9C-101B-9397-08002B2CF9AE}" pid="3" name="MSIP_Label_ff3970a7-9045-4e66-851b-0f6441328e62_SetDate">
    <vt:lpwstr>2026-03-16T10:00:33Z</vt:lpwstr>
  </property>
  <property fmtid="{D5CDD505-2E9C-101B-9397-08002B2CF9AE}" pid="4" name="MSIP_Label_ff3970a7-9045-4e66-851b-0f6441328e62_Method">
    <vt:lpwstr>Privileged</vt:lpwstr>
  </property>
  <property fmtid="{D5CDD505-2E9C-101B-9397-08002B2CF9AE}" pid="5" name="MSIP_Label_ff3970a7-9045-4e66-851b-0f6441328e62_Name">
    <vt:lpwstr>THALES-CORE-02</vt:lpwstr>
  </property>
  <property fmtid="{D5CDD505-2E9C-101B-9397-08002B2CF9AE}" pid="6" name="MSIP_Label_ff3970a7-9045-4e66-851b-0f6441328e62_SiteId">
    <vt:lpwstr>6e603289-5e46-4e26-ac7c-03a85420a9a5</vt:lpwstr>
  </property>
  <property fmtid="{D5CDD505-2E9C-101B-9397-08002B2CF9AE}" pid="7" name="MSIP_Label_ff3970a7-9045-4e66-851b-0f6441328e62_ActionId">
    <vt:lpwstr>34918d2f-b478-4c3c-8595-a32a2803957f</vt:lpwstr>
  </property>
  <property fmtid="{D5CDD505-2E9C-101B-9397-08002B2CF9AE}" pid="8" name="MSIP_Label_ff3970a7-9045-4e66-851b-0f6441328e62_ContentBits">
    <vt:lpwstr>3</vt:lpwstr>
  </property>
  <property fmtid="{D5CDD505-2E9C-101B-9397-08002B2CF9AE}" pid="9" name="Thales-Sensitivity">
    <vt:lpwstr>{TGLIMDIS}</vt:lpwstr>
  </property>
  <property fmtid="{D5CDD505-2E9C-101B-9397-08002B2CF9AE}" pid="10" name="DLPManualFileClassification">
    <vt:lpwstr>{FF3970A7-9045-4E66-851B-0F6441328E62}</vt:lpwstr>
  </property>
</Properties>
</file>